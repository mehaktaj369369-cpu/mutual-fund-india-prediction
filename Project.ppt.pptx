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4" r:id="rId1"/>
    <p:sldMasterId id="2147483685" r:id="rId2"/>
    <p:sldMasterId id="2147483686" r:id="rId3"/>
  </p:sldMasterIdLst>
  <p:notesMasterIdLst>
    <p:notesMasterId r:id="rId20"/>
  </p:notesMasterIdLst>
  <p:sldIdLst>
    <p:sldId id="256" r:id="rId4"/>
    <p:sldId id="257" r:id="rId5"/>
    <p:sldId id="258" r:id="rId6"/>
    <p:sldId id="259" r:id="rId7"/>
    <p:sldId id="260" r:id="rId8"/>
    <p:sldId id="261" r:id="rId9"/>
    <p:sldId id="262" r:id="rId10"/>
    <p:sldId id="272" r:id="rId11"/>
    <p:sldId id="265" r:id="rId12"/>
    <p:sldId id="266" r:id="rId13"/>
    <p:sldId id="274" r:id="rId14"/>
    <p:sldId id="275" r:id="rId15"/>
    <p:sldId id="276" r:id="rId16"/>
    <p:sldId id="277" r:id="rId17"/>
    <p:sldId id="278" r:id="rId18"/>
    <p:sldId id="270" r:id="rId19"/>
  </p:sldIdLst>
  <p:sldSz cx="9144000" cy="5143500" type="screen16x9"/>
  <p:notesSz cx="6858000" cy="9144000"/>
  <p:embeddedFontLst>
    <p:embeddedFont>
      <p:font typeface="Arial Black" panose="020B0A04020102020204" pitchFamily="34" charset="0"/>
      <p:regular r:id="rId21"/>
      <p:bold r:id="rId22"/>
    </p:embeddedFont>
    <p:embeddedFont>
      <p:font typeface="Trebuchet MS" panose="020B0603020202020204" pitchFamily="34"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9" d="100"/>
          <a:sy n="99" d="100"/>
        </p:scale>
        <p:origin x="92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font" Target="fonts/font6.fntdata"/><Relationship Id="rId3" Type="http://schemas.openxmlformats.org/officeDocument/2006/relationships/slideMaster" Target="slideMasters/slideMaster3.xml"/><Relationship Id="rId21" Type="http://schemas.openxmlformats.org/officeDocument/2006/relationships/font" Target="fonts/font1.fntdata"/><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font" Target="fonts/font5.fntdata"/><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notesMaster" Target="notesMasters/notesMaster1.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font" Target="fonts/font4.fntdata"/><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font" Target="fonts/font3.fntdata"/><Relationship Id="rId28"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font" Target="fonts/font2.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8" name="Google Shape;198;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9" name="Google Shape;20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5" name="Google Shape;215;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2" name="Google Shape;22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9" name="Google Shape;229;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8" name="Google Shape;238;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5" name="Google Shape;245;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4" name="Google Shape;264;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1" name="Google Shape;271;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6" name="Google Shape;296;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20"/>
        <p:cNvGrpSpPr/>
        <p:nvPr/>
      </p:nvGrpSpPr>
      <p:grpSpPr>
        <a:xfrm>
          <a:off x="0" y="0"/>
          <a:ext cx="0" cy="0"/>
          <a:chOff x="0" y="0"/>
          <a:chExt cx="0" cy="0"/>
        </a:xfrm>
      </p:grpSpPr>
      <p:sp>
        <p:nvSpPr>
          <p:cNvPr id="21" name="Google Shape;21;p2"/>
          <p:cNvSpPr txBox="1">
            <a:spLocks noGrp="1"/>
          </p:cNvSpPr>
          <p:nvPr>
            <p:ph type="title"/>
          </p:nvPr>
        </p:nvSpPr>
        <p:spPr>
          <a:xfrm>
            <a:off x="507960" y="457200"/>
            <a:ext cx="6447240" cy="99036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
          <p:cNvSpPr txBox="1">
            <a:spLocks noGrp="1"/>
          </p:cNvSpPr>
          <p:nvPr>
            <p:ph type="subTitle" idx="1"/>
          </p:nvPr>
        </p:nvSpPr>
        <p:spPr>
          <a:xfrm>
            <a:off x="457200" y="1203480"/>
            <a:ext cx="8229240" cy="298332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23"/>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24"/>
        <p:cNvGrpSpPr/>
        <p:nvPr/>
      </p:nvGrpSpPr>
      <p:grpSpPr>
        <a:xfrm>
          <a:off x="0" y="0"/>
          <a:ext cx="0" cy="0"/>
          <a:chOff x="0" y="0"/>
          <a:chExt cx="0" cy="0"/>
        </a:xfrm>
      </p:grpSpPr>
      <p:sp>
        <p:nvSpPr>
          <p:cNvPr id="25" name="Google Shape;25;p4"/>
          <p:cNvSpPr txBox="1">
            <a:spLocks noGrp="1"/>
          </p:cNvSpPr>
          <p:nvPr>
            <p:ph type="title"/>
          </p:nvPr>
        </p:nvSpPr>
        <p:spPr>
          <a:xfrm>
            <a:off x="507960" y="457200"/>
            <a:ext cx="6447240" cy="99036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body" idx="1"/>
          </p:nvPr>
        </p:nvSpPr>
        <p:spPr>
          <a:xfrm>
            <a:off x="457200" y="1203480"/>
            <a:ext cx="8229240" cy="298332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507960" y="457200"/>
            <a:ext cx="6447240" cy="99036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457200" y="1203480"/>
            <a:ext cx="4015800" cy="298332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0" name="Google Shape;30;p5"/>
          <p:cNvSpPr txBox="1">
            <a:spLocks noGrp="1"/>
          </p:cNvSpPr>
          <p:nvPr>
            <p:ph type="body" idx="2"/>
          </p:nvPr>
        </p:nvSpPr>
        <p:spPr>
          <a:xfrm>
            <a:off x="4674240" y="1203480"/>
            <a:ext cx="4015800" cy="298332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1"/>
        <p:cNvGrpSpPr/>
        <p:nvPr/>
      </p:nvGrpSpPr>
      <p:grpSpPr>
        <a:xfrm>
          <a:off x="0" y="0"/>
          <a:ext cx="0" cy="0"/>
          <a:chOff x="0" y="0"/>
          <a:chExt cx="0" cy="0"/>
        </a:xfrm>
      </p:grpSpPr>
      <p:sp>
        <p:nvSpPr>
          <p:cNvPr id="32" name="Google Shape;32;p6"/>
          <p:cNvSpPr txBox="1">
            <a:spLocks noGrp="1"/>
          </p:cNvSpPr>
          <p:nvPr>
            <p:ph type="title"/>
          </p:nvPr>
        </p:nvSpPr>
        <p:spPr>
          <a:xfrm>
            <a:off x="507960" y="457200"/>
            <a:ext cx="6447240" cy="99036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33"/>
        <p:cNvGrpSpPr/>
        <p:nvPr/>
      </p:nvGrpSpPr>
      <p:grpSpPr>
        <a:xfrm>
          <a:off x="0" y="0"/>
          <a:ext cx="0" cy="0"/>
          <a:chOff x="0" y="0"/>
          <a:chExt cx="0" cy="0"/>
        </a:xfrm>
      </p:grpSpPr>
      <p:sp>
        <p:nvSpPr>
          <p:cNvPr id="34" name="Google Shape;34;p7"/>
          <p:cNvSpPr txBox="1">
            <a:spLocks noGrp="1"/>
          </p:cNvSpPr>
          <p:nvPr>
            <p:ph type="subTitle" idx="1"/>
          </p:nvPr>
        </p:nvSpPr>
        <p:spPr>
          <a:xfrm>
            <a:off x="507960" y="457200"/>
            <a:ext cx="6447240" cy="459216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35"/>
        <p:cNvGrpSpPr/>
        <p:nvPr/>
      </p:nvGrpSpPr>
      <p:grpSpPr>
        <a:xfrm>
          <a:off x="0" y="0"/>
          <a:ext cx="0" cy="0"/>
          <a:chOff x="0" y="0"/>
          <a:chExt cx="0" cy="0"/>
        </a:xfrm>
      </p:grpSpPr>
      <p:sp>
        <p:nvSpPr>
          <p:cNvPr id="36" name="Google Shape;36;p8"/>
          <p:cNvSpPr txBox="1">
            <a:spLocks noGrp="1"/>
          </p:cNvSpPr>
          <p:nvPr>
            <p:ph type="title"/>
          </p:nvPr>
        </p:nvSpPr>
        <p:spPr>
          <a:xfrm>
            <a:off x="507960" y="457200"/>
            <a:ext cx="6447240" cy="99036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8"/>
          <p:cNvSpPr txBox="1">
            <a:spLocks noGrp="1"/>
          </p:cNvSpPr>
          <p:nvPr>
            <p:ph type="body" idx="1"/>
          </p:nvPr>
        </p:nvSpPr>
        <p:spPr>
          <a:xfrm>
            <a:off x="457200" y="1203480"/>
            <a:ext cx="4015800" cy="142272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8" name="Google Shape;38;p8"/>
          <p:cNvSpPr txBox="1">
            <a:spLocks noGrp="1"/>
          </p:cNvSpPr>
          <p:nvPr>
            <p:ph type="body" idx="2"/>
          </p:nvPr>
        </p:nvSpPr>
        <p:spPr>
          <a:xfrm>
            <a:off x="4674240" y="1203480"/>
            <a:ext cx="4015800" cy="298332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9" name="Google Shape;39;p8"/>
          <p:cNvSpPr txBox="1">
            <a:spLocks noGrp="1"/>
          </p:cNvSpPr>
          <p:nvPr>
            <p:ph type="body" idx="3"/>
          </p:nvPr>
        </p:nvSpPr>
        <p:spPr>
          <a:xfrm>
            <a:off x="457200" y="2761920"/>
            <a:ext cx="4015800" cy="142272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40"/>
        <p:cNvGrpSpPr/>
        <p:nvPr/>
      </p:nvGrpSpPr>
      <p:grpSpPr>
        <a:xfrm>
          <a:off x="0" y="0"/>
          <a:ext cx="0" cy="0"/>
          <a:chOff x="0" y="0"/>
          <a:chExt cx="0" cy="0"/>
        </a:xfrm>
      </p:grpSpPr>
      <p:sp>
        <p:nvSpPr>
          <p:cNvPr id="41" name="Google Shape;41;p9"/>
          <p:cNvSpPr txBox="1">
            <a:spLocks noGrp="1"/>
          </p:cNvSpPr>
          <p:nvPr>
            <p:ph type="title"/>
          </p:nvPr>
        </p:nvSpPr>
        <p:spPr>
          <a:xfrm>
            <a:off x="507960" y="457200"/>
            <a:ext cx="6447240" cy="99036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9"/>
          <p:cNvSpPr txBox="1">
            <a:spLocks noGrp="1"/>
          </p:cNvSpPr>
          <p:nvPr>
            <p:ph type="body" idx="1"/>
          </p:nvPr>
        </p:nvSpPr>
        <p:spPr>
          <a:xfrm>
            <a:off x="457200" y="1203480"/>
            <a:ext cx="4015800" cy="298332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43" name="Google Shape;43;p9"/>
          <p:cNvSpPr txBox="1">
            <a:spLocks noGrp="1"/>
          </p:cNvSpPr>
          <p:nvPr>
            <p:ph type="body" idx="2"/>
          </p:nvPr>
        </p:nvSpPr>
        <p:spPr>
          <a:xfrm>
            <a:off x="4674240" y="1203480"/>
            <a:ext cx="4015800" cy="142272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44" name="Google Shape;44;p9"/>
          <p:cNvSpPr txBox="1">
            <a:spLocks noGrp="1"/>
          </p:cNvSpPr>
          <p:nvPr>
            <p:ph type="body" idx="3"/>
          </p:nvPr>
        </p:nvSpPr>
        <p:spPr>
          <a:xfrm>
            <a:off x="4674240" y="2761920"/>
            <a:ext cx="4015800" cy="142272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45"/>
        <p:cNvGrpSpPr/>
        <p:nvPr/>
      </p:nvGrpSpPr>
      <p:grpSpPr>
        <a:xfrm>
          <a:off x="0" y="0"/>
          <a:ext cx="0" cy="0"/>
          <a:chOff x="0" y="0"/>
          <a:chExt cx="0" cy="0"/>
        </a:xfrm>
      </p:grpSpPr>
      <p:sp>
        <p:nvSpPr>
          <p:cNvPr id="46" name="Google Shape;46;p10"/>
          <p:cNvSpPr txBox="1">
            <a:spLocks noGrp="1"/>
          </p:cNvSpPr>
          <p:nvPr>
            <p:ph type="title"/>
          </p:nvPr>
        </p:nvSpPr>
        <p:spPr>
          <a:xfrm>
            <a:off x="507960" y="457200"/>
            <a:ext cx="6447240" cy="99036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0"/>
          <p:cNvSpPr txBox="1">
            <a:spLocks noGrp="1"/>
          </p:cNvSpPr>
          <p:nvPr>
            <p:ph type="body" idx="1"/>
          </p:nvPr>
        </p:nvSpPr>
        <p:spPr>
          <a:xfrm>
            <a:off x="457200" y="1203480"/>
            <a:ext cx="4015800" cy="142272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48" name="Google Shape;48;p10"/>
          <p:cNvSpPr txBox="1">
            <a:spLocks noGrp="1"/>
          </p:cNvSpPr>
          <p:nvPr>
            <p:ph type="body" idx="2"/>
          </p:nvPr>
        </p:nvSpPr>
        <p:spPr>
          <a:xfrm>
            <a:off x="4674240" y="1203480"/>
            <a:ext cx="4015800" cy="142272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49" name="Google Shape;49;p10"/>
          <p:cNvSpPr txBox="1">
            <a:spLocks noGrp="1"/>
          </p:cNvSpPr>
          <p:nvPr>
            <p:ph type="body" idx="3"/>
          </p:nvPr>
        </p:nvSpPr>
        <p:spPr>
          <a:xfrm>
            <a:off x="457200" y="2761920"/>
            <a:ext cx="8229240" cy="142272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50"/>
        <p:cNvGrpSpPr/>
        <p:nvPr/>
      </p:nvGrpSpPr>
      <p:grpSpPr>
        <a:xfrm>
          <a:off x="0" y="0"/>
          <a:ext cx="0" cy="0"/>
          <a:chOff x="0" y="0"/>
          <a:chExt cx="0" cy="0"/>
        </a:xfrm>
      </p:grpSpPr>
      <p:sp>
        <p:nvSpPr>
          <p:cNvPr id="51" name="Google Shape;51;p11"/>
          <p:cNvSpPr txBox="1">
            <a:spLocks noGrp="1"/>
          </p:cNvSpPr>
          <p:nvPr>
            <p:ph type="title"/>
          </p:nvPr>
        </p:nvSpPr>
        <p:spPr>
          <a:xfrm>
            <a:off x="507960" y="457200"/>
            <a:ext cx="6447240" cy="99036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1"/>
          <p:cNvSpPr txBox="1">
            <a:spLocks noGrp="1"/>
          </p:cNvSpPr>
          <p:nvPr>
            <p:ph type="body" idx="1"/>
          </p:nvPr>
        </p:nvSpPr>
        <p:spPr>
          <a:xfrm>
            <a:off x="457200" y="1203480"/>
            <a:ext cx="8229240" cy="142272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53" name="Google Shape;53;p11"/>
          <p:cNvSpPr txBox="1">
            <a:spLocks noGrp="1"/>
          </p:cNvSpPr>
          <p:nvPr>
            <p:ph type="body" idx="2"/>
          </p:nvPr>
        </p:nvSpPr>
        <p:spPr>
          <a:xfrm>
            <a:off x="457200" y="2761920"/>
            <a:ext cx="8229240" cy="142272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54"/>
        <p:cNvGrpSpPr/>
        <p:nvPr/>
      </p:nvGrpSpPr>
      <p:grpSpPr>
        <a:xfrm>
          <a:off x="0" y="0"/>
          <a:ext cx="0" cy="0"/>
          <a:chOff x="0" y="0"/>
          <a:chExt cx="0" cy="0"/>
        </a:xfrm>
      </p:grpSpPr>
      <p:sp>
        <p:nvSpPr>
          <p:cNvPr id="55" name="Google Shape;55;p12"/>
          <p:cNvSpPr txBox="1">
            <a:spLocks noGrp="1"/>
          </p:cNvSpPr>
          <p:nvPr>
            <p:ph type="title"/>
          </p:nvPr>
        </p:nvSpPr>
        <p:spPr>
          <a:xfrm>
            <a:off x="507960" y="457200"/>
            <a:ext cx="6447240" cy="99036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12"/>
          <p:cNvSpPr txBox="1">
            <a:spLocks noGrp="1"/>
          </p:cNvSpPr>
          <p:nvPr>
            <p:ph type="body" idx="1"/>
          </p:nvPr>
        </p:nvSpPr>
        <p:spPr>
          <a:xfrm>
            <a:off x="457200" y="1203480"/>
            <a:ext cx="4015800" cy="142272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57" name="Google Shape;57;p12"/>
          <p:cNvSpPr txBox="1">
            <a:spLocks noGrp="1"/>
          </p:cNvSpPr>
          <p:nvPr>
            <p:ph type="body" idx="2"/>
          </p:nvPr>
        </p:nvSpPr>
        <p:spPr>
          <a:xfrm>
            <a:off x="4674240" y="1203480"/>
            <a:ext cx="4015800" cy="142272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58" name="Google Shape;58;p12"/>
          <p:cNvSpPr txBox="1">
            <a:spLocks noGrp="1"/>
          </p:cNvSpPr>
          <p:nvPr>
            <p:ph type="body" idx="3"/>
          </p:nvPr>
        </p:nvSpPr>
        <p:spPr>
          <a:xfrm>
            <a:off x="457200" y="2761920"/>
            <a:ext cx="4015800" cy="142272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59" name="Google Shape;59;p12"/>
          <p:cNvSpPr txBox="1">
            <a:spLocks noGrp="1"/>
          </p:cNvSpPr>
          <p:nvPr>
            <p:ph type="body" idx="4"/>
          </p:nvPr>
        </p:nvSpPr>
        <p:spPr>
          <a:xfrm>
            <a:off x="4674240" y="2761920"/>
            <a:ext cx="4015800" cy="142272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60"/>
        <p:cNvGrpSpPr/>
        <p:nvPr/>
      </p:nvGrpSpPr>
      <p:grpSpPr>
        <a:xfrm>
          <a:off x="0" y="0"/>
          <a:ext cx="0" cy="0"/>
          <a:chOff x="0" y="0"/>
          <a:chExt cx="0" cy="0"/>
        </a:xfrm>
      </p:grpSpPr>
      <p:sp>
        <p:nvSpPr>
          <p:cNvPr id="61" name="Google Shape;61;p13"/>
          <p:cNvSpPr txBox="1">
            <a:spLocks noGrp="1"/>
          </p:cNvSpPr>
          <p:nvPr>
            <p:ph type="title"/>
          </p:nvPr>
        </p:nvSpPr>
        <p:spPr>
          <a:xfrm>
            <a:off x="507960" y="457200"/>
            <a:ext cx="6447240" cy="99036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13"/>
          <p:cNvSpPr txBox="1">
            <a:spLocks noGrp="1"/>
          </p:cNvSpPr>
          <p:nvPr>
            <p:ph type="body" idx="1"/>
          </p:nvPr>
        </p:nvSpPr>
        <p:spPr>
          <a:xfrm>
            <a:off x="457200" y="1203480"/>
            <a:ext cx="2649600" cy="142272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63" name="Google Shape;63;p13"/>
          <p:cNvSpPr txBox="1">
            <a:spLocks noGrp="1"/>
          </p:cNvSpPr>
          <p:nvPr>
            <p:ph type="body" idx="2"/>
          </p:nvPr>
        </p:nvSpPr>
        <p:spPr>
          <a:xfrm>
            <a:off x="3239640" y="1203480"/>
            <a:ext cx="2649600" cy="142272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64" name="Google Shape;64;p13"/>
          <p:cNvSpPr txBox="1">
            <a:spLocks noGrp="1"/>
          </p:cNvSpPr>
          <p:nvPr>
            <p:ph type="body" idx="3"/>
          </p:nvPr>
        </p:nvSpPr>
        <p:spPr>
          <a:xfrm>
            <a:off x="6022080" y="1203480"/>
            <a:ext cx="2649600" cy="142272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65" name="Google Shape;65;p13"/>
          <p:cNvSpPr txBox="1">
            <a:spLocks noGrp="1"/>
          </p:cNvSpPr>
          <p:nvPr>
            <p:ph type="body" idx="4"/>
          </p:nvPr>
        </p:nvSpPr>
        <p:spPr>
          <a:xfrm>
            <a:off x="457200" y="2761920"/>
            <a:ext cx="2649600" cy="142272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66" name="Google Shape;66;p13"/>
          <p:cNvSpPr txBox="1">
            <a:spLocks noGrp="1"/>
          </p:cNvSpPr>
          <p:nvPr>
            <p:ph type="body" idx="5"/>
          </p:nvPr>
        </p:nvSpPr>
        <p:spPr>
          <a:xfrm>
            <a:off x="3239640" y="2761920"/>
            <a:ext cx="2649600" cy="142272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67" name="Google Shape;67;p13"/>
          <p:cNvSpPr txBox="1">
            <a:spLocks noGrp="1"/>
          </p:cNvSpPr>
          <p:nvPr>
            <p:ph type="body" idx="6"/>
          </p:nvPr>
        </p:nvSpPr>
        <p:spPr>
          <a:xfrm>
            <a:off x="6022080" y="2761920"/>
            <a:ext cx="2649600" cy="142272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83"/>
        <p:cNvGrpSpPr/>
        <p:nvPr/>
      </p:nvGrpSpPr>
      <p:grpSpPr>
        <a:xfrm>
          <a:off x="0" y="0"/>
          <a:ext cx="0" cy="0"/>
          <a:chOff x="0" y="0"/>
          <a:chExt cx="0" cy="0"/>
        </a:xfrm>
      </p:grpSpPr>
      <p:sp>
        <p:nvSpPr>
          <p:cNvPr id="84" name="Google Shape;84;p15"/>
          <p:cNvSpPr txBox="1">
            <a:spLocks noGrp="1"/>
          </p:cNvSpPr>
          <p:nvPr>
            <p:ph type="title"/>
          </p:nvPr>
        </p:nvSpPr>
        <p:spPr>
          <a:xfrm>
            <a:off x="507960" y="457200"/>
            <a:ext cx="6447240" cy="99036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5"/>
          <p:cNvSpPr txBox="1">
            <a:spLocks noGrp="1"/>
          </p:cNvSpPr>
          <p:nvPr>
            <p:ph type="body" idx="1"/>
          </p:nvPr>
        </p:nvSpPr>
        <p:spPr>
          <a:xfrm>
            <a:off x="457200" y="1203480"/>
            <a:ext cx="8229240" cy="298332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4"/>
        <p:cNvGrpSpPr/>
        <p:nvPr/>
      </p:nvGrpSpPr>
      <p:grpSpPr>
        <a:xfrm>
          <a:off x="0" y="0"/>
          <a:ext cx="0" cy="0"/>
          <a:chOff x="0" y="0"/>
          <a:chExt cx="0" cy="0"/>
        </a:xfrm>
      </p:grpSpPr>
      <p:sp>
        <p:nvSpPr>
          <p:cNvPr id="95" name="Google Shape;95;p19"/>
          <p:cNvSpPr txBox="1">
            <a:spLocks noGrp="1"/>
          </p:cNvSpPr>
          <p:nvPr>
            <p:ph type="title"/>
          </p:nvPr>
        </p:nvSpPr>
        <p:spPr>
          <a:xfrm>
            <a:off x="507960" y="457200"/>
            <a:ext cx="6447240" cy="99036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96"/>
        <p:cNvGrpSpPr/>
        <p:nvPr/>
      </p:nvGrpSpPr>
      <p:grpSpPr>
        <a:xfrm>
          <a:off x="0" y="0"/>
          <a:ext cx="0" cy="0"/>
          <a:chOff x="0" y="0"/>
          <a:chExt cx="0" cy="0"/>
        </a:xfrm>
      </p:grpSpPr>
      <p:sp>
        <p:nvSpPr>
          <p:cNvPr id="97" name="Google Shape;97;p20"/>
          <p:cNvSpPr txBox="1">
            <a:spLocks noGrp="1"/>
          </p:cNvSpPr>
          <p:nvPr>
            <p:ph type="subTitle" idx="1"/>
          </p:nvPr>
        </p:nvSpPr>
        <p:spPr>
          <a:xfrm>
            <a:off x="507960" y="457200"/>
            <a:ext cx="6447240" cy="459216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98"/>
        <p:cNvGrpSpPr/>
        <p:nvPr/>
      </p:nvGrpSpPr>
      <p:grpSpPr>
        <a:xfrm>
          <a:off x="0" y="0"/>
          <a:ext cx="0" cy="0"/>
          <a:chOff x="0" y="0"/>
          <a:chExt cx="0" cy="0"/>
        </a:xfrm>
      </p:grpSpPr>
      <p:sp>
        <p:nvSpPr>
          <p:cNvPr id="99" name="Google Shape;99;p21"/>
          <p:cNvSpPr txBox="1">
            <a:spLocks noGrp="1"/>
          </p:cNvSpPr>
          <p:nvPr>
            <p:ph type="title"/>
          </p:nvPr>
        </p:nvSpPr>
        <p:spPr>
          <a:xfrm>
            <a:off x="507960" y="457200"/>
            <a:ext cx="6447240" cy="99036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21"/>
          <p:cNvSpPr txBox="1">
            <a:spLocks noGrp="1"/>
          </p:cNvSpPr>
          <p:nvPr>
            <p:ph type="body" idx="1"/>
          </p:nvPr>
        </p:nvSpPr>
        <p:spPr>
          <a:xfrm>
            <a:off x="457200" y="1203480"/>
            <a:ext cx="4015800" cy="142272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01" name="Google Shape;101;p21"/>
          <p:cNvSpPr txBox="1">
            <a:spLocks noGrp="1"/>
          </p:cNvSpPr>
          <p:nvPr>
            <p:ph type="body" idx="2"/>
          </p:nvPr>
        </p:nvSpPr>
        <p:spPr>
          <a:xfrm>
            <a:off x="4674240" y="1203480"/>
            <a:ext cx="4015800" cy="298332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02" name="Google Shape;102;p21"/>
          <p:cNvSpPr txBox="1">
            <a:spLocks noGrp="1"/>
          </p:cNvSpPr>
          <p:nvPr>
            <p:ph type="body" idx="3"/>
          </p:nvPr>
        </p:nvSpPr>
        <p:spPr>
          <a:xfrm>
            <a:off x="457200" y="2761920"/>
            <a:ext cx="4015800" cy="142272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103"/>
        <p:cNvGrpSpPr/>
        <p:nvPr/>
      </p:nvGrpSpPr>
      <p:grpSpPr>
        <a:xfrm>
          <a:off x="0" y="0"/>
          <a:ext cx="0" cy="0"/>
          <a:chOff x="0" y="0"/>
          <a:chExt cx="0" cy="0"/>
        </a:xfrm>
      </p:grpSpPr>
      <p:sp>
        <p:nvSpPr>
          <p:cNvPr id="104" name="Google Shape;104;p22"/>
          <p:cNvSpPr txBox="1">
            <a:spLocks noGrp="1"/>
          </p:cNvSpPr>
          <p:nvPr>
            <p:ph type="title"/>
          </p:nvPr>
        </p:nvSpPr>
        <p:spPr>
          <a:xfrm>
            <a:off x="507960" y="457200"/>
            <a:ext cx="6447240" cy="99036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5" name="Google Shape;105;p22"/>
          <p:cNvSpPr txBox="1">
            <a:spLocks noGrp="1"/>
          </p:cNvSpPr>
          <p:nvPr>
            <p:ph type="body" idx="1"/>
          </p:nvPr>
        </p:nvSpPr>
        <p:spPr>
          <a:xfrm>
            <a:off x="457200" y="1203480"/>
            <a:ext cx="4015800" cy="298332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06" name="Google Shape;106;p22"/>
          <p:cNvSpPr txBox="1">
            <a:spLocks noGrp="1"/>
          </p:cNvSpPr>
          <p:nvPr>
            <p:ph type="body" idx="2"/>
          </p:nvPr>
        </p:nvSpPr>
        <p:spPr>
          <a:xfrm>
            <a:off x="4674240" y="1203480"/>
            <a:ext cx="4015800" cy="142272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07" name="Google Shape;107;p22"/>
          <p:cNvSpPr txBox="1">
            <a:spLocks noGrp="1"/>
          </p:cNvSpPr>
          <p:nvPr>
            <p:ph type="body" idx="3"/>
          </p:nvPr>
        </p:nvSpPr>
        <p:spPr>
          <a:xfrm>
            <a:off x="4674240" y="2761920"/>
            <a:ext cx="4015800" cy="142272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108"/>
        <p:cNvGrpSpPr/>
        <p:nvPr/>
      </p:nvGrpSpPr>
      <p:grpSpPr>
        <a:xfrm>
          <a:off x="0" y="0"/>
          <a:ext cx="0" cy="0"/>
          <a:chOff x="0" y="0"/>
          <a:chExt cx="0" cy="0"/>
        </a:xfrm>
      </p:grpSpPr>
      <p:sp>
        <p:nvSpPr>
          <p:cNvPr id="109" name="Google Shape;109;p23"/>
          <p:cNvSpPr txBox="1">
            <a:spLocks noGrp="1"/>
          </p:cNvSpPr>
          <p:nvPr>
            <p:ph type="title"/>
          </p:nvPr>
        </p:nvSpPr>
        <p:spPr>
          <a:xfrm>
            <a:off x="507960" y="457200"/>
            <a:ext cx="6447240" cy="99036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0" name="Google Shape;110;p23"/>
          <p:cNvSpPr txBox="1">
            <a:spLocks noGrp="1"/>
          </p:cNvSpPr>
          <p:nvPr>
            <p:ph type="body" idx="1"/>
          </p:nvPr>
        </p:nvSpPr>
        <p:spPr>
          <a:xfrm>
            <a:off x="457200" y="1203480"/>
            <a:ext cx="4015800" cy="142272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11" name="Google Shape;111;p23"/>
          <p:cNvSpPr txBox="1">
            <a:spLocks noGrp="1"/>
          </p:cNvSpPr>
          <p:nvPr>
            <p:ph type="body" idx="2"/>
          </p:nvPr>
        </p:nvSpPr>
        <p:spPr>
          <a:xfrm>
            <a:off x="4674240" y="1203480"/>
            <a:ext cx="4015800" cy="142272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12" name="Google Shape;112;p23"/>
          <p:cNvSpPr txBox="1">
            <a:spLocks noGrp="1"/>
          </p:cNvSpPr>
          <p:nvPr>
            <p:ph type="body" idx="3"/>
          </p:nvPr>
        </p:nvSpPr>
        <p:spPr>
          <a:xfrm>
            <a:off x="457200" y="2761920"/>
            <a:ext cx="8229240" cy="142272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113"/>
        <p:cNvGrpSpPr/>
        <p:nvPr/>
      </p:nvGrpSpPr>
      <p:grpSpPr>
        <a:xfrm>
          <a:off x="0" y="0"/>
          <a:ext cx="0" cy="0"/>
          <a:chOff x="0" y="0"/>
          <a:chExt cx="0" cy="0"/>
        </a:xfrm>
      </p:grpSpPr>
      <p:sp>
        <p:nvSpPr>
          <p:cNvPr id="114" name="Google Shape;114;p24"/>
          <p:cNvSpPr txBox="1">
            <a:spLocks noGrp="1"/>
          </p:cNvSpPr>
          <p:nvPr>
            <p:ph type="title"/>
          </p:nvPr>
        </p:nvSpPr>
        <p:spPr>
          <a:xfrm>
            <a:off x="507960" y="457200"/>
            <a:ext cx="6447240" cy="99036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5" name="Google Shape;115;p24"/>
          <p:cNvSpPr txBox="1">
            <a:spLocks noGrp="1"/>
          </p:cNvSpPr>
          <p:nvPr>
            <p:ph type="body" idx="1"/>
          </p:nvPr>
        </p:nvSpPr>
        <p:spPr>
          <a:xfrm>
            <a:off x="457200" y="1203480"/>
            <a:ext cx="8229240" cy="142272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16" name="Google Shape;116;p24"/>
          <p:cNvSpPr txBox="1">
            <a:spLocks noGrp="1"/>
          </p:cNvSpPr>
          <p:nvPr>
            <p:ph type="body" idx="2"/>
          </p:nvPr>
        </p:nvSpPr>
        <p:spPr>
          <a:xfrm>
            <a:off x="457200" y="2761920"/>
            <a:ext cx="8229240" cy="142272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117"/>
        <p:cNvGrpSpPr/>
        <p:nvPr/>
      </p:nvGrpSpPr>
      <p:grpSpPr>
        <a:xfrm>
          <a:off x="0" y="0"/>
          <a:ext cx="0" cy="0"/>
          <a:chOff x="0" y="0"/>
          <a:chExt cx="0" cy="0"/>
        </a:xfrm>
      </p:grpSpPr>
      <p:sp>
        <p:nvSpPr>
          <p:cNvPr id="118" name="Google Shape;118;p25"/>
          <p:cNvSpPr txBox="1">
            <a:spLocks noGrp="1"/>
          </p:cNvSpPr>
          <p:nvPr>
            <p:ph type="title"/>
          </p:nvPr>
        </p:nvSpPr>
        <p:spPr>
          <a:xfrm>
            <a:off x="507960" y="457200"/>
            <a:ext cx="6447240" cy="99036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9" name="Google Shape;119;p25"/>
          <p:cNvSpPr txBox="1">
            <a:spLocks noGrp="1"/>
          </p:cNvSpPr>
          <p:nvPr>
            <p:ph type="body" idx="1"/>
          </p:nvPr>
        </p:nvSpPr>
        <p:spPr>
          <a:xfrm>
            <a:off x="457200" y="1203480"/>
            <a:ext cx="4015800" cy="142272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20" name="Google Shape;120;p25"/>
          <p:cNvSpPr txBox="1">
            <a:spLocks noGrp="1"/>
          </p:cNvSpPr>
          <p:nvPr>
            <p:ph type="body" idx="2"/>
          </p:nvPr>
        </p:nvSpPr>
        <p:spPr>
          <a:xfrm>
            <a:off x="4674240" y="1203480"/>
            <a:ext cx="4015800" cy="142272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21" name="Google Shape;121;p25"/>
          <p:cNvSpPr txBox="1">
            <a:spLocks noGrp="1"/>
          </p:cNvSpPr>
          <p:nvPr>
            <p:ph type="body" idx="3"/>
          </p:nvPr>
        </p:nvSpPr>
        <p:spPr>
          <a:xfrm>
            <a:off x="457200" y="2761920"/>
            <a:ext cx="4015800" cy="142272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22" name="Google Shape;122;p25"/>
          <p:cNvSpPr txBox="1">
            <a:spLocks noGrp="1"/>
          </p:cNvSpPr>
          <p:nvPr>
            <p:ph type="body" idx="4"/>
          </p:nvPr>
        </p:nvSpPr>
        <p:spPr>
          <a:xfrm>
            <a:off x="4674240" y="2761920"/>
            <a:ext cx="4015800" cy="142272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123"/>
        <p:cNvGrpSpPr/>
        <p:nvPr/>
      </p:nvGrpSpPr>
      <p:grpSpPr>
        <a:xfrm>
          <a:off x="0" y="0"/>
          <a:ext cx="0" cy="0"/>
          <a:chOff x="0" y="0"/>
          <a:chExt cx="0" cy="0"/>
        </a:xfrm>
      </p:grpSpPr>
      <p:sp>
        <p:nvSpPr>
          <p:cNvPr id="124" name="Google Shape;124;p26"/>
          <p:cNvSpPr txBox="1">
            <a:spLocks noGrp="1"/>
          </p:cNvSpPr>
          <p:nvPr>
            <p:ph type="title"/>
          </p:nvPr>
        </p:nvSpPr>
        <p:spPr>
          <a:xfrm>
            <a:off x="507960" y="457200"/>
            <a:ext cx="6447240" cy="99036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5" name="Google Shape;125;p26"/>
          <p:cNvSpPr txBox="1">
            <a:spLocks noGrp="1"/>
          </p:cNvSpPr>
          <p:nvPr>
            <p:ph type="body" idx="1"/>
          </p:nvPr>
        </p:nvSpPr>
        <p:spPr>
          <a:xfrm>
            <a:off x="457200" y="1203480"/>
            <a:ext cx="2649600" cy="142272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26" name="Google Shape;126;p26"/>
          <p:cNvSpPr txBox="1">
            <a:spLocks noGrp="1"/>
          </p:cNvSpPr>
          <p:nvPr>
            <p:ph type="body" idx="2"/>
          </p:nvPr>
        </p:nvSpPr>
        <p:spPr>
          <a:xfrm>
            <a:off x="3239640" y="1203480"/>
            <a:ext cx="2649600" cy="142272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27" name="Google Shape;127;p26"/>
          <p:cNvSpPr txBox="1">
            <a:spLocks noGrp="1"/>
          </p:cNvSpPr>
          <p:nvPr>
            <p:ph type="body" idx="3"/>
          </p:nvPr>
        </p:nvSpPr>
        <p:spPr>
          <a:xfrm>
            <a:off x="6022080" y="1203480"/>
            <a:ext cx="2649600" cy="142272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28" name="Google Shape;128;p26"/>
          <p:cNvSpPr txBox="1">
            <a:spLocks noGrp="1"/>
          </p:cNvSpPr>
          <p:nvPr>
            <p:ph type="body" idx="4"/>
          </p:nvPr>
        </p:nvSpPr>
        <p:spPr>
          <a:xfrm>
            <a:off x="457200" y="2761920"/>
            <a:ext cx="2649600" cy="142272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29" name="Google Shape;129;p26"/>
          <p:cNvSpPr txBox="1">
            <a:spLocks noGrp="1"/>
          </p:cNvSpPr>
          <p:nvPr>
            <p:ph type="body" idx="5"/>
          </p:nvPr>
        </p:nvSpPr>
        <p:spPr>
          <a:xfrm>
            <a:off x="3239640" y="2761920"/>
            <a:ext cx="2649600" cy="142272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30" name="Google Shape;130;p26"/>
          <p:cNvSpPr txBox="1">
            <a:spLocks noGrp="1"/>
          </p:cNvSpPr>
          <p:nvPr>
            <p:ph type="body" idx="6"/>
          </p:nvPr>
        </p:nvSpPr>
        <p:spPr>
          <a:xfrm>
            <a:off x="6022080" y="2761920"/>
            <a:ext cx="2649600" cy="142272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48"/>
        <p:cNvGrpSpPr/>
        <p:nvPr/>
      </p:nvGrpSpPr>
      <p:grpSpPr>
        <a:xfrm>
          <a:off x="0" y="0"/>
          <a:ext cx="0" cy="0"/>
          <a:chOff x="0" y="0"/>
          <a:chExt cx="0" cy="0"/>
        </a:xfrm>
      </p:grpSpPr>
      <p:sp>
        <p:nvSpPr>
          <p:cNvPr id="149" name="Google Shape;149;p28"/>
          <p:cNvSpPr txBox="1">
            <a:spLocks noGrp="1"/>
          </p:cNvSpPr>
          <p:nvPr>
            <p:ph type="title"/>
          </p:nvPr>
        </p:nvSpPr>
        <p:spPr>
          <a:xfrm>
            <a:off x="507960" y="457200"/>
            <a:ext cx="6447240" cy="99036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150"/>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154"/>
        <p:cNvGrpSpPr/>
        <p:nvPr/>
      </p:nvGrpSpPr>
      <p:grpSpPr>
        <a:xfrm>
          <a:off x="0" y="0"/>
          <a:ext cx="0" cy="0"/>
          <a:chOff x="0" y="0"/>
          <a:chExt cx="0" cy="0"/>
        </a:xfrm>
      </p:grpSpPr>
      <p:sp>
        <p:nvSpPr>
          <p:cNvPr id="155" name="Google Shape;155;p31"/>
          <p:cNvSpPr txBox="1">
            <a:spLocks noGrp="1"/>
          </p:cNvSpPr>
          <p:nvPr>
            <p:ph type="title"/>
          </p:nvPr>
        </p:nvSpPr>
        <p:spPr>
          <a:xfrm>
            <a:off x="507960" y="457200"/>
            <a:ext cx="6447240" cy="99036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6" name="Google Shape;156;p31"/>
          <p:cNvSpPr txBox="1">
            <a:spLocks noGrp="1"/>
          </p:cNvSpPr>
          <p:nvPr>
            <p:ph type="body" idx="1"/>
          </p:nvPr>
        </p:nvSpPr>
        <p:spPr>
          <a:xfrm>
            <a:off x="457200" y="1203480"/>
            <a:ext cx="8229240" cy="298332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157"/>
        <p:cNvGrpSpPr/>
        <p:nvPr/>
      </p:nvGrpSpPr>
      <p:grpSpPr>
        <a:xfrm>
          <a:off x="0" y="0"/>
          <a:ext cx="0" cy="0"/>
          <a:chOff x="0" y="0"/>
          <a:chExt cx="0" cy="0"/>
        </a:xfrm>
      </p:grpSpPr>
      <p:sp>
        <p:nvSpPr>
          <p:cNvPr id="158" name="Google Shape;158;p32"/>
          <p:cNvSpPr txBox="1">
            <a:spLocks noGrp="1"/>
          </p:cNvSpPr>
          <p:nvPr>
            <p:ph type="title"/>
          </p:nvPr>
        </p:nvSpPr>
        <p:spPr>
          <a:xfrm>
            <a:off x="507960" y="457200"/>
            <a:ext cx="6447240" cy="99036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9" name="Google Shape;159;p32"/>
          <p:cNvSpPr txBox="1">
            <a:spLocks noGrp="1"/>
          </p:cNvSpPr>
          <p:nvPr>
            <p:ph type="body" idx="1"/>
          </p:nvPr>
        </p:nvSpPr>
        <p:spPr>
          <a:xfrm>
            <a:off x="457200" y="1203480"/>
            <a:ext cx="4015800" cy="298332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60" name="Google Shape;160;p32"/>
          <p:cNvSpPr txBox="1">
            <a:spLocks noGrp="1"/>
          </p:cNvSpPr>
          <p:nvPr>
            <p:ph type="body" idx="2"/>
          </p:nvPr>
        </p:nvSpPr>
        <p:spPr>
          <a:xfrm>
            <a:off x="4674240" y="1203480"/>
            <a:ext cx="4015800" cy="298332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161"/>
        <p:cNvGrpSpPr/>
        <p:nvPr/>
      </p:nvGrpSpPr>
      <p:grpSpPr>
        <a:xfrm>
          <a:off x="0" y="0"/>
          <a:ext cx="0" cy="0"/>
          <a:chOff x="0" y="0"/>
          <a:chExt cx="0" cy="0"/>
        </a:xfrm>
      </p:grpSpPr>
      <p:sp>
        <p:nvSpPr>
          <p:cNvPr id="162" name="Google Shape;162;p33"/>
          <p:cNvSpPr txBox="1">
            <a:spLocks noGrp="1"/>
          </p:cNvSpPr>
          <p:nvPr>
            <p:ph type="subTitle" idx="1"/>
          </p:nvPr>
        </p:nvSpPr>
        <p:spPr>
          <a:xfrm>
            <a:off x="507960" y="457200"/>
            <a:ext cx="6447240" cy="459216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163"/>
        <p:cNvGrpSpPr/>
        <p:nvPr/>
      </p:nvGrpSpPr>
      <p:grpSpPr>
        <a:xfrm>
          <a:off x="0" y="0"/>
          <a:ext cx="0" cy="0"/>
          <a:chOff x="0" y="0"/>
          <a:chExt cx="0" cy="0"/>
        </a:xfrm>
      </p:grpSpPr>
      <p:sp>
        <p:nvSpPr>
          <p:cNvPr id="164" name="Google Shape;164;p34"/>
          <p:cNvSpPr txBox="1">
            <a:spLocks noGrp="1"/>
          </p:cNvSpPr>
          <p:nvPr>
            <p:ph type="title"/>
          </p:nvPr>
        </p:nvSpPr>
        <p:spPr>
          <a:xfrm>
            <a:off x="507960" y="457200"/>
            <a:ext cx="6447240" cy="99036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5" name="Google Shape;165;p34"/>
          <p:cNvSpPr txBox="1">
            <a:spLocks noGrp="1"/>
          </p:cNvSpPr>
          <p:nvPr>
            <p:ph type="body" idx="1"/>
          </p:nvPr>
        </p:nvSpPr>
        <p:spPr>
          <a:xfrm>
            <a:off x="457200" y="1203480"/>
            <a:ext cx="4015800" cy="142272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66" name="Google Shape;166;p34"/>
          <p:cNvSpPr txBox="1">
            <a:spLocks noGrp="1"/>
          </p:cNvSpPr>
          <p:nvPr>
            <p:ph type="body" idx="2"/>
          </p:nvPr>
        </p:nvSpPr>
        <p:spPr>
          <a:xfrm>
            <a:off x="4674240" y="1203480"/>
            <a:ext cx="4015800" cy="298332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67" name="Google Shape;167;p34"/>
          <p:cNvSpPr txBox="1">
            <a:spLocks noGrp="1"/>
          </p:cNvSpPr>
          <p:nvPr>
            <p:ph type="body" idx="3"/>
          </p:nvPr>
        </p:nvSpPr>
        <p:spPr>
          <a:xfrm>
            <a:off x="457200" y="2761920"/>
            <a:ext cx="4015800" cy="142272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168"/>
        <p:cNvGrpSpPr/>
        <p:nvPr/>
      </p:nvGrpSpPr>
      <p:grpSpPr>
        <a:xfrm>
          <a:off x="0" y="0"/>
          <a:ext cx="0" cy="0"/>
          <a:chOff x="0" y="0"/>
          <a:chExt cx="0" cy="0"/>
        </a:xfrm>
      </p:grpSpPr>
      <p:sp>
        <p:nvSpPr>
          <p:cNvPr id="169" name="Google Shape;169;p35"/>
          <p:cNvSpPr txBox="1">
            <a:spLocks noGrp="1"/>
          </p:cNvSpPr>
          <p:nvPr>
            <p:ph type="title"/>
          </p:nvPr>
        </p:nvSpPr>
        <p:spPr>
          <a:xfrm>
            <a:off x="507960" y="457200"/>
            <a:ext cx="6447240" cy="99036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0" name="Google Shape;170;p35"/>
          <p:cNvSpPr txBox="1">
            <a:spLocks noGrp="1"/>
          </p:cNvSpPr>
          <p:nvPr>
            <p:ph type="body" idx="1"/>
          </p:nvPr>
        </p:nvSpPr>
        <p:spPr>
          <a:xfrm>
            <a:off x="457200" y="1203480"/>
            <a:ext cx="4015800" cy="298332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71" name="Google Shape;171;p35"/>
          <p:cNvSpPr txBox="1">
            <a:spLocks noGrp="1"/>
          </p:cNvSpPr>
          <p:nvPr>
            <p:ph type="body" idx="2"/>
          </p:nvPr>
        </p:nvSpPr>
        <p:spPr>
          <a:xfrm>
            <a:off x="4674240" y="1203480"/>
            <a:ext cx="4015800" cy="142272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72" name="Google Shape;172;p35"/>
          <p:cNvSpPr txBox="1">
            <a:spLocks noGrp="1"/>
          </p:cNvSpPr>
          <p:nvPr>
            <p:ph type="body" idx="3"/>
          </p:nvPr>
        </p:nvSpPr>
        <p:spPr>
          <a:xfrm>
            <a:off x="4674240" y="2761920"/>
            <a:ext cx="4015800" cy="142272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173"/>
        <p:cNvGrpSpPr/>
        <p:nvPr/>
      </p:nvGrpSpPr>
      <p:grpSpPr>
        <a:xfrm>
          <a:off x="0" y="0"/>
          <a:ext cx="0" cy="0"/>
          <a:chOff x="0" y="0"/>
          <a:chExt cx="0" cy="0"/>
        </a:xfrm>
      </p:grpSpPr>
      <p:sp>
        <p:nvSpPr>
          <p:cNvPr id="174" name="Google Shape;174;p36"/>
          <p:cNvSpPr txBox="1">
            <a:spLocks noGrp="1"/>
          </p:cNvSpPr>
          <p:nvPr>
            <p:ph type="title"/>
          </p:nvPr>
        </p:nvSpPr>
        <p:spPr>
          <a:xfrm>
            <a:off x="507960" y="457200"/>
            <a:ext cx="6447240" cy="99036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5" name="Google Shape;175;p36"/>
          <p:cNvSpPr txBox="1">
            <a:spLocks noGrp="1"/>
          </p:cNvSpPr>
          <p:nvPr>
            <p:ph type="body" idx="1"/>
          </p:nvPr>
        </p:nvSpPr>
        <p:spPr>
          <a:xfrm>
            <a:off x="457200" y="1203480"/>
            <a:ext cx="4015800" cy="142272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76" name="Google Shape;176;p36"/>
          <p:cNvSpPr txBox="1">
            <a:spLocks noGrp="1"/>
          </p:cNvSpPr>
          <p:nvPr>
            <p:ph type="body" idx="2"/>
          </p:nvPr>
        </p:nvSpPr>
        <p:spPr>
          <a:xfrm>
            <a:off x="4674240" y="1203480"/>
            <a:ext cx="4015800" cy="142272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77" name="Google Shape;177;p36"/>
          <p:cNvSpPr txBox="1">
            <a:spLocks noGrp="1"/>
          </p:cNvSpPr>
          <p:nvPr>
            <p:ph type="body" idx="3"/>
          </p:nvPr>
        </p:nvSpPr>
        <p:spPr>
          <a:xfrm>
            <a:off x="457200" y="2761920"/>
            <a:ext cx="8229240" cy="142272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178"/>
        <p:cNvGrpSpPr/>
        <p:nvPr/>
      </p:nvGrpSpPr>
      <p:grpSpPr>
        <a:xfrm>
          <a:off x="0" y="0"/>
          <a:ext cx="0" cy="0"/>
          <a:chOff x="0" y="0"/>
          <a:chExt cx="0" cy="0"/>
        </a:xfrm>
      </p:grpSpPr>
      <p:sp>
        <p:nvSpPr>
          <p:cNvPr id="179" name="Google Shape;179;p37"/>
          <p:cNvSpPr txBox="1">
            <a:spLocks noGrp="1"/>
          </p:cNvSpPr>
          <p:nvPr>
            <p:ph type="title"/>
          </p:nvPr>
        </p:nvSpPr>
        <p:spPr>
          <a:xfrm>
            <a:off x="507960" y="457200"/>
            <a:ext cx="6447240" cy="99036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0" name="Google Shape;180;p37"/>
          <p:cNvSpPr txBox="1">
            <a:spLocks noGrp="1"/>
          </p:cNvSpPr>
          <p:nvPr>
            <p:ph type="body" idx="1"/>
          </p:nvPr>
        </p:nvSpPr>
        <p:spPr>
          <a:xfrm>
            <a:off x="457200" y="1203480"/>
            <a:ext cx="8229240" cy="142272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81" name="Google Shape;181;p37"/>
          <p:cNvSpPr txBox="1">
            <a:spLocks noGrp="1"/>
          </p:cNvSpPr>
          <p:nvPr>
            <p:ph type="body" idx="2"/>
          </p:nvPr>
        </p:nvSpPr>
        <p:spPr>
          <a:xfrm>
            <a:off x="457200" y="2761920"/>
            <a:ext cx="8229240" cy="142272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182"/>
        <p:cNvGrpSpPr/>
        <p:nvPr/>
      </p:nvGrpSpPr>
      <p:grpSpPr>
        <a:xfrm>
          <a:off x="0" y="0"/>
          <a:ext cx="0" cy="0"/>
          <a:chOff x="0" y="0"/>
          <a:chExt cx="0" cy="0"/>
        </a:xfrm>
      </p:grpSpPr>
      <p:sp>
        <p:nvSpPr>
          <p:cNvPr id="183" name="Google Shape;183;p38"/>
          <p:cNvSpPr txBox="1">
            <a:spLocks noGrp="1"/>
          </p:cNvSpPr>
          <p:nvPr>
            <p:ph type="title"/>
          </p:nvPr>
        </p:nvSpPr>
        <p:spPr>
          <a:xfrm>
            <a:off x="507960" y="457200"/>
            <a:ext cx="6447240" cy="99036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4" name="Google Shape;184;p38"/>
          <p:cNvSpPr txBox="1">
            <a:spLocks noGrp="1"/>
          </p:cNvSpPr>
          <p:nvPr>
            <p:ph type="body" idx="1"/>
          </p:nvPr>
        </p:nvSpPr>
        <p:spPr>
          <a:xfrm>
            <a:off x="457200" y="1203480"/>
            <a:ext cx="4015800" cy="142272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85" name="Google Shape;185;p38"/>
          <p:cNvSpPr txBox="1">
            <a:spLocks noGrp="1"/>
          </p:cNvSpPr>
          <p:nvPr>
            <p:ph type="body" idx="2"/>
          </p:nvPr>
        </p:nvSpPr>
        <p:spPr>
          <a:xfrm>
            <a:off x="4674240" y="1203480"/>
            <a:ext cx="4015800" cy="142272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86" name="Google Shape;186;p38"/>
          <p:cNvSpPr txBox="1">
            <a:spLocks noGrp="1"/>
          </p:cNvSpPr>
          <p:nvPr>
            <p:ph type="body" idx="3"/>
          </p:nvPr>
        </p:nvSpPr>
        <p:spPr>
          <a:xfrm>
            <a:off x="457200" y="2761920"/>
            <a:ext cx="4015800" cy="142272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87" name="Google Shape;187;p38"/>
          <p:cNvSpPr txBox="1">
            <a:spLocks noGrp="1"/>
          </p:cNvSpPr>
          <p:nvPr>
            <p:ph type="body" idx="4"/>
          </p:nvPr>
        </p:nvSpPr>
        <p:spPr>
          <a:xfrm>
            <a:off x="4674240" y="2761920"/>
            <a:ext cx="4015800" cy="142272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188"/>
        <p:cNvGrpSpPr/>
        <p:nvPr/>
      </p:nvGrpSpPr>
      <p:grpSpPr>
        <a:xfrm>
          <a:off x="0" y="0"/>
          <a:ext cx="0" cy="0"/>
          <a:chOff x="0" y="0"/>
          <a:chExt cx="0" cy="0"/>
        </a:xfrm>
      </p:grpSpPr>
      <p:sp>
        <p:nvSpPr>
          <p:cNvPr id="189" name="Google Shape;189;p39"/>
          <p:cNvSpPr txBox="1">
            <a:spLocks noGrp="1"/>
          </p:cNvSpPr>
          <p:nvPr>
            <p:ph type="title"/>
          </p:nvPr>
        </p:nvSpPr>
        <p:spPr>
          <a:xfrm>
            <a:off x="507960" y="457200"/>
            <a:ext cx="6447240" cy="99036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0" name="Google Shape;190;p39"/>
          <p:cNvSpPr txBox="1">
            <a:spLocks noGrp="1"/>
          </p:cNvSpPr>
          <p:nvPr>
            <p:ph type="body" idx="1"/>
          </p:nvPr>
        </p:nvSpPr>
        <p:spPr>
          <a:xfrm>
            <a:off x="457200" y="1203480"/>
            <a:ext cx="2649600" cy="142272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91" name="Google Shape;191;p39"/>
          <p:cNvSpPr txBox="1">
            <a:spLocks noGrp="1"/>
          </p:cNvSpPr>
          <p:nvPr>
            <p:ph type="body" idx="2"/>
          </p:nvPr>
        </p:nvSpPr>
        <p:spPr>
          <a:xfrm>
            <a:off x="3239640" y="1203480"/>
            <a:ext cx="2649600" cy="142272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92" name="Google Shape;192;p39"/>
          <p:cNvSpPr txBox="1">
            <a:spLocks noGrp="1"/>
          </p:cNvSpPr>
          <p:nvPr>
            <p:ph type="body" idx="3"/>
          </p:nvPr>
        </p:nvSpPr>
        <p:spPr>
          <a:xfrm>
            <a:off x="6022080" y="1203480"/>
            <a:ext cx="2649600" cy="142272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93" name="Google Shape;193;p39"/>
          <p:cNvSpPr txBox="1">
            <a:spLocks noGrp="1"/>
          </p:cNvSpPr>
          <p:nvPr>
            <p:ph type="body" idx="4"/>
          </p:nvPr>
        </p:nvSpPr>
        <p:spPr>
          <a:xfrm>
            <a:off x="457200" y="2761920"/>
            <a:ext cx="2649600" cy="142272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94" name="Google Shape;194;p39"/>
          <p:cNvSpPr txBox="1">
            <a:spLocks noGrp="1"/>
          </p:cNvSpPr>
          <p:nvPr>
            <p:ph type="body" idx="5"/>
          </p:nvPr>
        </p:nvSpPr>
        <p:spPr>
          <a:xfrm>
            <a:off x="3239640" y="2761920"/>
            <a:ext cx="2649600" cy="142272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95" name="Google Shape;195;p39"/>
          <p:cNvSpPr txBox="1">
            <a:spLocks noGrp="1"/>
          </p:cNvSpPr>
          <p:nvPr>
            <p:ph type="body" idx="6"/>
          </p:nvPr>
        </p:nvSpPr>
        <p:spPr>
          <a:xfrm>
            <a:off x="6022080" y="2761920"/>
            <a:ext cx="2649600" cy="1422720"/>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5" Type="http://schemas.openxmlformats.org/officeDocument/2006/relationships/slideLayout" Target="../slideLayouts/slideLayout17.xml"/><Relationship Id="rId10" Type="http://schemas.openxmlformats.org/officeDocument/2006/relationships/theme" Target="../theme/theme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9.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theme" Target="../theme/theme3.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
        <p:cNvGrpSpPr/>
        <p:nvPr/>
      </p:nvGrpSpPr>
      <p:grpSpPr>
        <a:xfrm>
          <a:off x="0" y="0"/>
          <a:ext cx="0" cy="0"/>
          <a:chOff x="0" y="0"/>
          <a:chExt cx="0" cy="0"/>
        </a:xfrm>
      </p:grpSpPr>
      <p:grpSp>
        <p:nvGrpSpPr>
          <p:cNvPr id="6" name="Google Shape;6;p1"/>
          <p:cNvGrpSpPr/>
          <p:nvPr/>
        </p:nvGrpSpPr>
        <p:grpSpPr>
          <a:xfrm>
            <a:off x="0" y="-6480"/>
            <a:ext cx="9143640" cy="5149800"/>
            <a:chOff x="0" y="-6480"/>
            <a:chExt cx="9143640" cy="5149800"/>
          </a:xfrm>
        </p:grpSpPr>
        <p:cxnSp>
          <p:nvCxnSpPr>
            <p:cNvPr id="7" name="Google Shape;7;p1"/>
            <p:cNvCxnSpPr/>
            <p:nvPr/>
          </p:nvCxnSpPr>
          <p:spPr>
            <a:xfrm>
              <a:off x="7027920" y="0"/>
              <a:ext cx="914400" cy="5143320"/>
            </a:xfrm>
            <a:prstGeom prst="straightConnector1">
              <a:avLst/>
            </a:prstGeom>
            <a:noFill/>
            <a:ln w="9525" cap="flat" cmpd="sng">
              <a:solidFill>
                <a:srgbClr val="BFBFBF"/>
              </a:solidFill>
              <a:prstDash val="solid"/>
              <a:round/>
              <a:headEnd type="none" w="sm" len="sm"/>
              <a:tailEnd type="none" w="sm" len="sm"/>
            </a:ln>
          </p:spPr>
        </p:cxnSp>
        <p:cxnSp>
          <p:nvCxnSpPr>
            <p:cNvPr id="8" name="Google Shape;8;p1"/>
            <p:cNvCxnSpPr/>
            <p:nvPr/>
          </p:nvCxnSpPr>
          <p:spPr>
            <a:xfrm flipH="1">
              <a:off x="5568840" y="2760840"/>
              <a:ext cx="3572640" cy="2382480"/>
            </a:xfrm>
            <a:prstGeom prst="straightConnector1">
              <a:avLst/>
            </a:prstGeom>
            <a:noFill/>
            <a:ln w="9525" cap="flat" cmpd="sng">
              <a:solidFill>
                <a:srgbClr val="D9D9D9"/>
              </a:solidFill>
              <a:prstDash val="solid"/>
              <a:round/>
              <a:headEnd type="none" w="sm" len="sm"/>
              <a:tailEnd type="none" w="sm" len="sm"/>
            </a:ln>
          </p:spPr>
        </p:cxnSp>
        <p:sp>
          <p:nvSpPr>
            <p:cNvPr id="9" name="Google Shape;9;p1"/>
            <p:cNvSpPr/>
            <p:nvPr/>
          </p:nvSpPr>
          <p:spPr>
            <a:xfrm>
              <a:off x="6886080" y="-6480"/>
              <a:ext cx="2255040" cy="5149440"/>
            </a:xfrm>
            <a:custGeom>
              <a:avLst/>
              <a:gdLst/>
              <a:ahLst/>
              <a:cxnLst/>
              <a:rect l="l" t="t" r="r" b="b"/>
              <a:pathLst>
                <a:path w="3007349" h="6866467" extrusionOk="0">
                  <a:moveTo>
                    <a:pt x="2045532" y="0"/>
                  </a:moveTo>
                  <a:lnTo>
                    <a:pt x="3007349" y="0"/>
                  </a:lnTo>
                  <a:lnTo>
                    <a:pt x="3007349" y="6866467"/>
                  </a:lnTo>
                  <a:lnTo>
                    <a:pt x="0" y="6866467"/>
                  </a:lnTo>
                  <a:lnTo>
                    <a:pt x="2045532" y="0"/>
                  </a:lnTo>
                  <a:close/>
                </a:path>
              </a:pathLst>
            </a:custGeom>
            <a:solidFill>
              <a:srgbClr val="90C226">
                <a:alpha val="30196"/>
              </a:srgbClr>
            </a:solidFill>
            <a:ln>
              <a:noFill/>
            </a:ln>
          </p:spPr>
        </p:sp>
        <p:sp>
          <p:nvSpPr>
            <p:cNvPr id="10" name="Google Shape;10;p1"/>
            <p:cNvSpPr/>
            <p:nvPr/>
          </p:nvSpPr>
          <p:spPr>
            <a:xfrm>
              <a:off x="7202520" y="-6480"/>
              <a:ext cx="1941120" cy="5149440"/>
            </a:xfrm>
            <a:custGeom>
              <a:avLst/>
              <a:gdLst/>
              <a:ahLst/>
              <a:cxnLst/>
              <a:rect l="l" t="t" r="r" b="b"/>
              <a:pathLst>
                <a:path w="2573311" h="6866467" extrusionOk="0">
                  <a:moveTo>
                    <a:pt x="0" y="0"/>
                  </a:moveTo>
                  <a:lnTo>
                    <a:pt x="2573311" y="0"/>
                  </a:lnTo>
                  <a:lnTo>
                    <a:pt x="2573311" y="6866467"/>
                  </a:lnTo>
                  <a:lnTo>
                    <a:pt x="1202336" y="6866467"/>
                  </a:lnTo>
                  <a:lnTo>
                    <a:pt x="0" y="0"/>
                  </a:lnTo>
                  <a:close/>
                </a:path>
              </a:pathLst>
            </a:custGeom>
            <a:solidFill>
              <a:srgbClr val="90C226">
                <a:alpha val="20000"/>
              </a:srgbClr>
            </a:solidFill>
            <a:ln>
              <a:noFill/>
            </a:ln>
          </p:spPr>
        </p:sp>
        <p:sp>
          <p:nvSpPr>
            <p:cNvPr id="11" name="Google Shape;11;p1"/>
            <p:cNvSpPr/>
            <p:nvPr/>
          </p:nvSpPr>
          <p:spPr>
            <a:xfrm>
              <a:off x="6699240" y="2286000"/>
              <a:ext cx="2444400" cy="2856960"/>
            </a:xfrm>
            <a:custGeom>
              <a:avLst/>
              <a:gdLst/>
              <a:ahLst/>
              <a:cxnLst/>
              <a:rect l="l" t="t" r="r" b="b"/>
              <a:pathLst>
                <a:path w="6792" h="7938" extrusionOk="0">
                  <a:moveTo>
                    <a:pt x="3395" y="0"/>
                  </a:moveTo>
                  <a:lnTo>
                    <a:pt x="6791" y="7937"/>
                  </a:lnTo>
                  <a:lnTo>
                    <a:pt x="0" y="7937"/>
                  </a:lnTo>
                  <a:lnTo>
                    <a:pt x="3395" y="0"/>
                  </a:lnTo>
                </a:path>
              </a:pathLst>
            </a:custGeom>
            <a:solidFill>
              <a:srgbClr val="54A021">
                <a:alpha val="72156"/>
              </a:srgbClr>
            </a:solidFill>
            <a:ln>
              <a:noFill/>
            </a:ln>
          </p:spPr>
        </p:sp>
        <p:sp>
          <p:nvSpPr>
            <p:cNvPr id="12" name="Google Shape;12;p1"/>
            <p:cNvSpPr/>
            <p:nvPr/>
          </p:nvSpPr>
          <p:spPr>
            <a:xfrm>
              <a:off x="7000920" y="-6480"/>
              <a:ext cx="2140560" cy="5149440"/>
            </a:xfrm>
            <a:custGeom>
              <a:avLst/>
              <a:gdLst/>
              <a:ahLst/>
              <a:cxnLst/>
              <a:rect l="l" t="t" r="r" b="b"/>
              <a:pathLst>
                <a:path w="2858013" h="6866467" extrusionOk="0">
                  <a:moveTo>
                    <a:pt x="0" y="0"/>
                  </a:moveTo>
                  <a:lnTo>
                    <a:pt x="2858013" y="0"/>
                  </a:lnTo>
                  <a:lnTo>
                    <a:pt x="2858013" y="6866467"/>
                  </a:lnTo>
                  <a:lnTo>
                    <a:pt x="2473942" y="6866467"/>
                  </a:lnTo>
                  <a:lnTo>
                    <a:pt x="0" y="0"/>
                  </a:lnTo>
                  <a:close/>
                </a:path>
              </a:pathLst>
            </a:custGeom>
            <a:solidFill>
              <a:srgbClr val="3F7819">
                <a:alpha val="70196"/>
              </a:srgbClr>
            </a:solidFill>
            <a:ln>
              <a:noFill/>
            </a:ln>
          </p:spPr>
        </p:sp>
        <p:sp>
          <p:nvSpPr>
            <p:cNvPr id="13" name="Google Shape;13;p1"/>
            <p:cNvSpPr/>
            <p:nvPr/>
          </p:nvSpPr>
          <p:spPr>
            <a:xfrm>
              <a:off x="8174160" y="-6480"/>
              <a:ext cx="967320" cy="5149440"/>
            </a:xfrm>
            <a:custGeom>
              <a:avLst/>
              <a:gdLst/>
              <a:ahLst/>
              <a:cxnLst/>
              <a:rect l="l" t="t" r="r" b="b"/>
              <a:pathLst>
                <a:path w="1290094" h="6858000" extrusionOk="0">
                  <a:moveTo>
                    <a:pt x="1019735" y="0"/>
                  </a:moveTo>
                  <a:lnTo>
                    <a:pt x="1290094" y="0"/>
                  </a:lnTo>
                  <a:lnTo>
                    <a:pt x="1290094" y="6858000"/>
                  </a:lnTo>
                  <a:lnTo>
                    <a:pt x="0" y="6858000"/>
                  </a:lnTo>
                  <a:lnTo>
                    <a:pt x="1019735" y="0"/>
                  </a:lnTo>
                  <a:close/>
                </a:path>
              </a:pathLst>
            </a:custGeom>
            <a:solidFill>
              <a:srgbClr val="C0E474">
                <a:alpha val="70196"/>
              </a:srgbClr>
            </a:solidFill>
            <a:ln>
              <a:noFill/>
            </a:ln>
          </p:spPr>
        </p:sp>
        <p:sp>
          <p:nvSpPr>
            <p:cNvPr id="14" name="Google Shape;14;p1"/>
            <p:cNvSpPr/>
            <p:nvPr/>
          </p:nvSpPr>
          <p:spPr>
            <a:xfrm>
              <a:off x="8204400" y="-6480"/>
              <a:ext cx="937080" cy="5149440"/>
            </a:xfrm>
            <a:custGeom>
              <a:avLst/>
              <a:gdLst/>
              <a:ahLst/>
              <a:cxnLst/>
              <a:rect l="l" t="t" r="r" b="b"/>
              <a:pathLst>
                <a:path w="1249825" h="6858000" extrusionOk="0">
                  <a:moveTo>
                    <a:pt x="0" y="0"/>
                  </a:moveTo>
                  <a:lnTo>
                    <a:pt x="1249825" y="0"/>
                  </a:lnTo>
                  <a:lnTo>
                    <a:pt x="1249825" y="6858000"/>
                  </a:lnTo>
                  <a:lnTo>
                    <a:pt x="1109382" y="6858000"/>
                  </a:lnTo>
                  <a:lnTo>
                    <a:pt x="0" y="0"/>
                  </a:lnTo>
                  <a:close/>
                </a:path>
              </a:pathLst>
            </a:custGeom>
            <a:solidFill>
              <a:srgbClr val="90C226">
                <a:alpha val="65098"/>
              </a:srgbClr>
            </a:solidFill>
            <a:ln>
              <a:noFill/>
            </a:ln>
          </p:spPr>
        </p:sp>
        <p:sp>
          <p:nvSpPr>
            <p:cNvPr id="15" name="Google Shape;15;p1"/>
            <p:cNvSpPr/>
            <p:nvPr/>
          </p:nvSpPr>
          <p:spPr>
            <a:xfrm>
              <a:off x="7778880" y="2692440"/>
              <a:ext cx="1362600" cy="2450880"/>
            </a:xfrm>
            <a:custGeom>
              <a:avLst/>
              <a:gdLst/>
              <a:ahLst/>
              <a:cxnLst/>
              <a:rect l="l" t="t" r="r" b="b"/>
              <a:pathLst>
                <a:path w="3787" h="6810" extrusionOk="0">
                  <a:moveTo>
                    <a:pt x="1893" y="0"/>
                  </a:moveTo>
                  <a:lnTo>
                    <a:pt x="3786" y="6809"/>
                  </a:lnTo>
                  <a:lnTo>
                    <a:pt x="0" y="6809"/>
                  </a:lnTo>
                  <a:lnTo>
                    <a:pt x="1893" y="0"/>
                  </a:lnTo>
                </a:path>
              </a:pathLst>
            </a:custGeom>
            <a:solidFill>
              <a:srgbClr val="90C226">
                <a:alpha val="80000"/>
              </a:srgbClr>
            </a:solidFill>
            <a:ln>
              <a:noFill/>
            </a:ln>
          </p:spPr>
        </p:sp>
        <p:sp>
          <p:nvSpPr>
            <p:cNvPr id="16" name="Google Shape;16;p1"/>
            <p:cNvSpPr/>
            <p:nvPr/>
          </p:nvSpPr>
          <p:spPr>
            <a:xfrm>
              <a:off x="0" y="3009960"/>
              <a:ext cx="336240" cy="2133360"/>
            </a:xfrm>
            <a:custGeom>
              <a:avLst/>
              <a:gdLst/>
              <a:ahLst/>
              <a:cxnLst/>
              <a:rect l="l" t="t" r="r" b="b"/>
              <a:pathLst>
                <a:path w="935" h="5928" extrusionOk="0">
                  <a:moveTo>
                    <a:pt x="467" y="0"/>
                  </a:moveTo>
                  <a:lnTo>
                    <a:pt x="934" y="5927"/>
                  </a:lnTo>
                  <a:lnTo>
                    <a:pt x="0" y="5927"/>
                  </a:lnTo>
                  <a:lnTo>
                    <a:pt x="467" y="0"/>
                  </a:lnTo>
                </a:path>
              </a:pathLst>
            </a:custGeom>
            <a:solidFill>
              <a:srgbClr val="90C226">
                <a:alpha val="85098"/>
              </a:srgbClr>
            </a:solidFill>
            <a:ln>
              <a:noFill/>
            </a:ln>
          </p:spPr>
        </p:sp>
      </p:grpSp>
      <p:sp>
        <p:nvSpPr>
          <p:cNvPr id="17" name="Google Shape;17;p1"/>
          <p:cNvSpPr txBox="1">
            <a:spLocks noGrp="1"/>
          </p:cNvSpPr>
          <p:nvPr>
            <p:ph type="sldNum" idx="12"/>
          </p:nvPr>
        </p:nvSpPr>
        <p:spPr>
          <a:xfrm>
            <a:off x="8404560" y="4673520"/>
            <a:ext cx="548280" cy="393120"/>
          </a:xfrm>
          <a:prstGeom prst="rect">
            <a:avLst/>
          </a:prstGeom>
          <a:noFill/>
          <a:ln>
            <a:noFill/>
          </a:ln>
        </p:spPr>
        <p:txBody>
          <a:bodyPr spcFirstLastPara="1" wrap="square" lIns="0" tIns="0" rIns="0" bIns="0" anchor="ctr" anchorCtr="0">
            <a:noAutofit/>
          </a:bodyPr>
          <a:lstStyle>
            <a:lvl1pPr marL="0" marR="0" lvl="0" indent="0" algn="r" rtl="0">
              <a:spcBef>
                <a:spcPts val="0"/>
              </a:spcBef>
              <a:buNone/>
              <a:defRPr sz="1350" b="0" i="0" u="none" strike="noStrike" cap="none">
                <a:solidFill>
                  <a:srgbClr val="000000"/>
                </a:solidFill>
                <a:latin typeface="Trebuchet MS"/>
                <a:ea typeface="Trebuchet MS"/>
                <a:cs typeface="Trebuchet MS"/>
                <a:sym typeface="Trebuchet MS"/>
              </a:defRPr>
            </a:lvl1pPr>
            <a:lvl2pPr marL="0" marR="0" lvl="1" indent="0" algn="r" rtl="0">
              <a:spcBef>
                <a:spcPts val="0"/>
              </a:spcBef>
              <a:buNone/>
              <a:defRPr sz="1350" b="0" i="0" u="none" strike="noStrike" cap="none">
                <a:solidFill>
                  <a:srgbClr val="000000"/>
                </a:solidFill>
                <a:latin typeface="Trebuchet MS"/>
                <a:ea typeface="Trebuchet MS"/>
                <a:cs typeface="Trebuchet MS"/>
                <a:sym typeface="Trebuchet MS"/>
              </a:defRPr>
            </a:lvl2pPr>
            <a:lvl3pPr marL="0" marR="0" lvl="2" indent="0" algn="r" rtl="0">
              <a:spcBef>
                <a:spcPts val="0"/>
              </a:spcBef>
              <a:buNone/>
              <a:defRPr sz="1350" b="0" i="0" u="none" strike="noStrike" cap="none">
                <a:solidFill>
                  <a:srgbClr val="000000"/>
                </a:solidFill>
                <a:latin typeface="Trebuchet MS"/>
                <a:ea typeface="Trebuchet MS"/>
                <a:cs typeface="Trebuchet MS"/>
                <a:sym typeface="Trebuchet MS"/>
              </a:defRPr>
            </a:lvl3pPr>
            <a:lvl4pPr marL="0" marR="0" lvl="3" indent="0" algn="r" rtl="0">
              <a:spcBef>
                <a:spcPts val="0"/>
              </a:spcBef>
              <a:buNone/>
              <a:defRPr sz="1350" b="0" i="0" u="none" strike="noStrike" cap="none">
                <a:solidFill>
                  <a:srgbClr val="000000"/>
                </a:solidFill>
                <a:latin typeface="Trebuchet MS"/>
                <a:ea typeface="Trebuchet MS"/>
                <a:cs typeface="Trebuchet MS"/>
                <a:sym typeface="Trebuchet MS"/>
              </a:defRPr>
            </a:lvl4pPr>
            <a:lvl5pPr marL="0" marR="0" lvl="4" indent="0" algn="r" rtl="0">
              <a:spcBef>
                <a:spcPts val="0"/>
              </a:spcBef>
              <a:buNone/>
              <a:defRPr sz="1350" b="0" i="0" u="none" strike="noStrike" cap="none">
                <a:solidFill>
                  <a:srgbClr val="000000"/>
                </a:solidFill>
                <a:latin typeface="Trebuchet MS"/>
                <a:ea typeface="Trebuchet MS"/>
                <a:cs typeface="Trebuchet MS"/>
                <a:sym typeface="Trebuchet MS"/>
              </a:defRPr>
            </a:lvl5pPr>
            <a:lvl6pPr marL="0" marR="0" lvl="5" indent="0" algn="r" rtl="0">
              <a:spcBef>
                <a:spcPts val="0"/>
              </a:spcBef>
              <a:buNone/>
              <a:defRPr sz="1350" b="0" i="0" u="none" strike="noStrike" cap="none">
                <a:solidFill>
                  <a:srgbClr val="000000"/>
                </a:solidFill>
                <a:latin typeface="Trebuchet MS"/>
                <a:ea typeface="Trebuchet MS"/>
                <a:cs typeface="Trebuchet MS"/>
                <a:sym typeface="Trebuchet MS"/>
              </a:defRPr>
            </a:lvl6pPr>
            <a:lvl7pPr marL="0" marR="0" lvl="6" indent="0" algn="r" rtl="0">
              <a:spcBef>
                <a:spcPts val="0"/>
              </a:spcBef>
              <a:buNone/>
              <a:defRPr sz="1350" b="0" i="0" u="none" strike="noStrike" cap="none">
                <a:solidFill>
                  <a:srgbClr val="000000"/>
                </a:solidFill>
                <a:latin typeface="Trebuchet MS"/>
                <a:ea typeface="Trebuchet MS"/>
                <a:cs typeface="Trebuchet MS"/>
                <a:sym typeface="Trebuchet MS"/>
              </a:defRPr>
            </a:lvl7pPr>
            <a:lvl8pPr marL="0" marR="0" lvl="7" indent="0" algn="r" rtl="0">
              <a:spcBef>
                <a:spcPts val="0"/>
              </a:spcBef>
              <a:buNone/>
              <a:defRPr sz="1350" b="0" i="0" u="none" strike="noStrike" cap="none">
                <a:solidFill>
                  <a:srgbClr val="000000"/>
                </a:solidFill>
                <a:latin typeface="Trebuchet MS"/>
                <a:ea typeface="Trebuchet MS"/>
                <a:cs typeface="Trebuchet MS"/>
                <a:sym typeface="Trebuchet MS"/>
              </a:defRPr>
            </a:lvl8pPr>
            <a:lvl9pPr marL="0" marR="0" lvl="8" indent="0" algn="r" rtl="0">
              <a:spcBef>
                <a:spcPts val="0"/>
              </a:spcBef>
              <a:buNone/>
              <a:defRPr sz="1350" b="0" i="0" u="none" strike="noStrike" cap="none">
                <a:solidFill>
                  <a:srgbClr val="000000"/>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latin typeface="Times New Roman"/>
              <a:ea typeface="Times New Roman"/>
              <a:cs typeface="Times New Roman"/>
              <a:sym typeface="Times New Roman"/>
            </a:endParaRPr>
          </a:p>
        </p:txBody>
      </p:sp>
      <p:sp>
        <p:nvSpPr>
          <p:cNvPr id="18" name="Google Shape;18;p1"/>
          <p:cNvSpPr txBox="1">
            <a:spLocks noGrp="1"/>
          </p:cNvSpPr>
          <p:nvPr>
            <p:ph type="title"/>
          </p:nvPr>
        </p:nvSpPr>
        <p:spPr>
          <a:xfrm>
            <a:off x="457200" y="205200"/>
            <a:ext cx="8229240" cy="858600"/>
          </a:xfrm>
          <a:prstGeom prst="rect">
            <a:avLst/>
          </a:prstGeom>
          <a:noFill/>
          <a:ln>
            <a:noFill/>
          </a:ln>
        </p:spPr>
        <p:txBody>
          <a:bodyPr spcFirstLastPara="1" wrap="square" lIns="0" tIns="0" rIns="0" bIns="0" anchor="ctr"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19" name="Google Shape;19;p1"/>
          <p:cNvSpPr txBox="1">
            <a:spLocks noGrp="1"/>
          </p:cNvSpPr>
          <p:nvPr>
            <p:ph type="body" idx="1"/>
          </p:nvPr>
        </p:nvSpPr>
        <p:spPr>
          <a:xfrm>
            <a:off x="457200" y="1203480"/>
            <a:ext cx="8229240" cy="2983320"/>
          </a:xfrm>
          <a:prstGeom prst="rect">
            <a:avLst/>
          </a:prstGeom>
          <a:noFill/>
          <a:ln>
            <a:noFill/>
          </a:ln>
        </p:spPr>
        <p:txBody>
          <a:bodyPr spcFirstLastPara="1" wrap="square" lIns="0" tIns="0" rIns="0" bIns="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8"/>
        <p:cNvGrpSpPr/>
        <p:nvPr/>
      </p:nvGrpSpPr>
      <p:grpSpPr>
        <a:xfrm>
          <a:off x="0" y="0"/>
          <a:ext cx="0" cy="0"/>
          <a:chOff x="0" y="0"/>
          <a:chExt cx="0" cy="0"/>
        </a:xfrm>
      </p:grpSpPr>
      <p:grpSp>
        <p:nvGrpSpPr>
          <p:cNvPr id="69" name="Google Shape;69;p14"/>
          <p:cNvGrpSpPr/>
          <p:nvPr/>
        </p:nvGrpSpPr>
        <p:grpSpPr>
          <a:xfrm>
            <a:off x="0" y="-6480"/>
            <a:ext cx="9143640" cy="5149800"/>
            <a:chOff x="0" y="-6480"/>
            <a:chExt cx="9143640" cy="5149800"/>
          </a:xfrm>
        </p:grpSpPr>
        <p:cxnSp>
          <p:nvCxnSpPr>
            <p:cNvPr id="70" name="Google Shape;70;p14"/>
            <p:cNvCxnSpPr/>
            <p:nvPr/>
          </p:nvCxnSpPr>
          <p:spPr>
            <a:xfrm>
              <a:off x="7027920" y="0"/>
              <a:ext cx="914400" cy="5143320"/>
            </a:xfrm>
            <a:prstGeom prst="straightConnector1">
              <a:avLst/>
            </a:prstGeom>
            <a:noFill/>
            <a:ln w="9525" cap="flat" cmpd="sng">
              <a:solidFill>
                <a:srgbClr val="BFBFBF"/>
              </a:solidFill>
              <a:prstDash val="solid"/>
              <a:round/>
              <a:headEnd type="none" w="sm" len="sm"/>
              <a:tailEnd type="none" w="sm" len="sm"/>
            </a:ln>
          </p:spPr>
        </p:cxnSp>
        <p:cxnSp>
          <p:nvCxnSpPr>
            <p:cNvPr id="71" name="Google Shape;71;p14"/>
            <p:cNvCxnSpPr/>
            <p:nvPr/>
          </p:nvCxnSpPr>
          <p:spPr>
            <a:xfrm flipH="1">
              <a:off x="5568840" y="2760840"/>
              <a:ext cx="3572640" cy="2382480"/>
            </a:xfrm>
            <a:prstGeom prst="straightConnector1">
              <a:avLst/>
            </a:prstGeom>
            <a:noFill/>
            <a:ln w="9525" cap="flat" cmpd="sng">
              <a:solidFill>
                <a:srgbClr val="D9D9D9"/>
              </a:solidFill>
              <a:prstDash val="solid"/>
              <a:round/>
              <a:headEnd type="none" w="sm" len="sm"/>
              <a:tailEnd type="none" w="sm" len="sm"/>
            </a:ln>
          </p:spPr>
        </p:cxnSp>
        <p:sp>
          <p:nvSpPr>
            <p:cNvPr id="72" name="Google Shape;72;p14"/>
            <p:cNvSpPr/>
            <p:nvPr/>
          </p:nvSpPr>
          <p:spPr>
            <a:xfrm>
              <a:off x="6886080" y="-6480"/>
              <a:ext cx="2255040" cy="5149440"/>
            </a:xfrm>
            <a:custGeom>
              <a:avLst/>
              <a:gdLst/>
              <a:ahLst/>
              <a:cxnLst/>
              <a:rect l="l" t="t" r="r" b="b"/>
              <a:pathLst>
                <a:path w="3007349" h="6866467" extrusionOk="0">
                  <a:moveTo>
                    <a:pt x="2045532" y="0"/>
                  </a:moveTo>
                  <a:lnTo>
                    <a:pt x="3007349" y="0"/>
                  </a:lnTo>
                  <a:lnTo>
                    <a:pt x="3007349" y="6866467"/>
                  </a:lnTo>
                  <a:lnTo>
                    <a:pt x="0" y="6866467"/>
                  </a:lnTo>
                  <a:lnTo>
                    <a:pt x="2045532" y="0"/>
                  </a:lnTo>
                  <a:close/>
                </a:path>
              </a:pathLst>
            </a:custGeom>
            <a:solidFill>
              <a:srgbClr val="90C226">
                <a:alpha val="30196"/>
              </a:srgbClr>
            </a:solidFill>
            <a:ln>
              <a:noFill/>
            </a:ln>
          </p:spPr>
        </p:sp>
        <p:sp>
          <p:nvSpPr>
            <p:cNvPr id="73" name="Google Shape;73;p14"/>
            <p:cNvSpPr/>
            <p:nvPr/>
          </p:nvSpPr>
          <p:spPr>
            <a:xfrm>
              <a:off x="7202520" y="-6480"/>
              <a:ext cx="1941120" cy="5149440"/>
            </a:xfrm>
            <a:custGeom>
              <a:avLst/>
              <a:gdLst/>
              <a:ahLst/>
              <a:cxnLst/>
              <a:rect l="l" t="t" r="r" b="b"/>
              <a:pathLst>
                <a:path w="2573311" h="6866467" extrusionOk="0">
                  <a:moveTo>
                    <a:pt x="0" y="0"/>
                  </a:moveTo>
                  <a:lnTo>
                    <a:pt x="2573311" y="0"/>
                  </a:lnTo>
                  <a:lnTo>
                    <a:pt x="2573311" y="6866467"/>
                  </a:lnTo>
                  <a:lnTo>
                    <a:pt x="1202336" y="6866467"/>
                  </a:lnTo>
                  <a:lnTo>
                    <a:pt x="0" y="0"/>
                  </a:lnTo>
                  <a:close/>
                </a:path>
              </a:pathLst>
            </a:custGeom>
            <a:solidFill>
              <a:srgbClr val="90C226">
                <a:alpha val="20000"/>
              </a:srgbClr>
            </a:solidFill>
            <a:ln>
              <a:noFill/>
            </a:ln>
          </p:spPr>
        </p:sp>
        <p:sp>
          <p:nvSpPr>
            <p:cNvPr id="74" name="Google Shape;74;p14"/>
            <p:cNvSpPr/>
            <p:nvPr/>
          </p:nvSpPr>
          <p:spPr>
            <a:xfrm>
              <a:off x="6699240" y="2286000"/>
              <a:ext cx="2444400" cy="2856960"/>
            </a:xfrm>
            <a:custGeom>
              <a:avLst/>
              <a:gdLst/>
              <a:ahLst/>
              <a:cxnLst/>
              <a:rect l="l" t="t" r="r" b="b"/>
              <a:pathLst>
                <a:path w="6792" h="7938" extrusionOk="0">
                  <a:moveTo>
                    <a:pt x="3395" y="0"/>
                  </a:moveTo>
                  <a:lnTo>
                    <a:pt x="6791" y="7937"/>
                  </a:lnTo>
                  <a:lnTo>
                    <a:pt x="0" y="7937"/>
                  </a:lnTo>
                  <a:lnTo>
                    <a:pt x="3395" y="0"/>
                  </a:lnTo>
                </a:path>
              </a:pathLst>
            </a:custGeom>
            <a:solidFill>
              <a:srgbClr val="54A021">
                <a:alpha val="72156"/>
              </a:srgbClr>
            </a:solidFill>
            <a:ln>
              <a:noFill/>
            </a:ln>
          </p:spPr>
        </p:sp>
        <p:sp>
          <p:nvSpPr>
            <p:cNvPr id="75" name="Google Shape;75;p14"/>
            <p:cNvSpPr/>
            <p:nvPr/>
          </p:nvSpPr>
          <p:spPr>
            <a:xfrm>
              <a:off x="7000920" y="-6480"/>
              <a:ext cx="2140560" cy="5149440"/>
            </a:xfrm>
            <a:custGeom>
              <a:avLst/>
              <a:gdLst/>
              <a:ahLst/>
              <a:cxnLst/>
              <a:rect l="l" t="t" r="r" b="b"/>
              <a:pathLst>
                <a:path w="2858013" h="6866467" extrusionOk="0">
                  <a:moveTo>
                    <a:pt x="0" y="0"/>
                  </a:moveTo>
                  <a:lnTo>
                    <a:pt x="2858013" y="0"/>
                  </a:lnTo>
                  <a:lnTo>
                    <a:pt x="2858013" y="6866467"/>
                  </a:lnTo>
                  <a:lnTo>
                    <a:pt x="2473942" y="6866467"/>
                  </a:lnTo>
                  <a:lnTo>
                    <a:pt x="0" y="0"/>
                  </a:lnTo>
                  <a:close/>
                </a:path>
              </a:pathLst>
            </a:custGeom>
            <a:solidFill>
              <a:srgbClr val="3F7819">
                <a:alpha val="70196"/>
              </a:srgbClr>
            </a:solidFill>
            <a:ln>
              <a:noFill/>
            </a:ln>
          </p:spPr>
        </p:sp>
        <p:sp>
          <p:nvSpPr>
            <p:cNvPr id="76" name="Google Shape;76;p14"/>
            <p:cNvSpPr/>
            <p:nvPr/>
          </p:nvSpPr>
          <p:spPr>
            <a:xfrm>
              <a:off x="8174160" y="-6480"/>
              <a:ext cx="967320" cy="5149440"/>
            </a:xfrm>
            <a:custGeom>
              <a:avLst/>
              <a:gdLst/>
              <a:ahLst/>
              <a:cxnLst/>
              <a:rect l="l" t="t" r="r" b="b"/>
              <a:pathLst>
                <a:path w="1290094" h="6858000" extrusionOk="0">
                  <a:moveTo>
                    <a:pt x="1019735" y="0"/>
                  </a:moveTo>
                  <a:lnTo>
                    <a:pt x="1290094" y="0"/>
                  </a:lnTo>
                  <a:lnTo>
                    <a:pt x="1290094" y="6858000"/>
                  </a:lnTo>
                  <a:lnTo>
                    <a:pt x="0" y="6858000"/>
                  </a:lnTo>
                  <a:lnTo>
                    <a:pt x="1019735" y="0"/>
                  </a:lnTo>
                  <a:close/>
                </a:path>
              </a:pathLst>
            </a:custGeom>
            <a:solidFill>
              <a:srgbClr val="C0E474">
                <a:alpha val="70196"/>
              </a:srgbClr>
            </a:solidFill>
            <a:ln>
              <a:noFill/>
            </a:ln>
          </p:spPr>
        </p:sp>
        <p:sp>
          <p:nvSpPr>
            <p:cNvPr id="77" name="Google Shape;77;p14"/>
            <p:cNvSpPr/>
            <p:nvPr/>
          </p:nvSpPr>
          <p:spPr>
            <a:xfrm>
              <a:off x="8204400" y="-6480"/>
              <a:ext cx="937080" cy="5149440"/>
            </a:xfrm>
            <a:custGeom>
              <a:avLst/>
              <a:gdLst/>
              <a:ahLst/>
              <a:cxnLst/>
              <a:rect l="l" t="t" r="r" b="b"/>
              <a:pathLst>
                <a:path w="1249825" h="6858000" extrusionOk="0">
                  <a:moveTo>
                    <a:pt x="0" y="0"/>
                  </a:moveTo>
                  <a:lnTo>
                    <a:pt x="1249825" y="0"/>
                  </a:lnTo>
                  <a:lnTo>
                    <a:pt x="1249825" y="6858000"/>
                  </a:lnTo>
                  <a:lnTo>
                    <a:pt x="1109382" y="6858000"/>
                  </a:lnTo>
                  <a:lnTo>
                    <a:pt x="0" y="0"/>
                  </a:lnTo>
                  <a:close/>
                </a:path>
              </a:pathLst>
            </a:custGeom>
            <a:solidFill>
              <a:srgbClr val="90C226">
                <a:alpha val="65098"/>
              </a:srgbClr>
            </a:solidFill>
            <a:ln>
              <a:noFill/>
            </a:ln>
          </p:spPr>
        </p:sp>
        <p:sp>
          <p:nvSpPr>
            <p:cNvPr id="78" name="Google Shape;78;p14"/>
            <p:cNvSpPr/>
            <p:nvPr/>
          </p:nvSpPr>
          <p:spPr>
            <a:xfrm>
              <a:off x="7778880" y="2692440"/>
              <a:ext cx="1362600" cy="2450880"/>
            </a:xfrm>
            <a:custGeom>
              <a:avLst/>
              <a:gdLst/>
              <a:ahLst/>
              <a:cxnLst/>
              <a:rect l="l" t="t" r="r" b="b"/>
              <a:pathLst>
                <a:path w="3787" h="6810" extrusionOk="0">
                  <a:moveTo>
                    <a:pt x="1893" y="0"/>
                  </a:moveTo>
                  <a:lnTo>
                    <a:pt x="3786" y="6809"/>
                  </a:lnTo>
                  <a:lnTo>
                    <a:pt x="0" y="6809"/>
                  </a:lnTo>
                  <a:lnTo>
                    <a:pt x="1893" y="0"/>
                  </a:lnTo>
                </a:path>
              </a:pathLst>
            </a:custGeom>
            <a:solidFill>
              <a:srgbClr val="90C226">
                <a:alpha val="80000"/>
              </a:srgbClr>
            </a:solidFill>
            <a:ln>
              <a:noFill/>
            </a:ln>
          </p:spPr>
        </p:sp>
        <p:sp>
          <p:nvSpPr>
            <p:cNvPr id="79" name="Google Shape;79;p14"/>
            <p:cNvSpPr/>
            <p:nvPr/>
          </p:nvSpPr>
          <p:spPr>
            <a:xfrm>
              <a:off x="0" y="3009960"/>
              <a:ext cx="336240" cy="2133360"/>
            </a:xfrm>
            <a:custGeom>
              <a:avLst/>
              <a:gdLst/>
              <a:ahLst/>
              <a:cxnLst/>
              <a:rect l="l" t="t" r="r" b="b"/>
              <a:pathLst>
                <a:path w="935" h="5928" extrusionOk="0">
                  <a:moveTo>
                    <a:pt x="467" y="0"/>
                  </a:moveTo>
                  <a:lnTo>
                    <a:pt x="934" y="5927"/>
                  </a:lnTo>
                  <a:lnTo>
                    <a:pt x="0" y="5927"/>
                  </a:lnTo>
                  <a:lnTo>
                    <a:pt x="467" y="0"/>
                  </a:lnTo>
                </a:path>
              </a:pathLst>
            </a:custGeom>
            <a:solidFill>
              <a:srgbClr val="90C226">
                <a:alpha val="85098"/>
              </a:srgbClr>
            </a:solidFill>
            <a:ln>
              <a:noFill/>
            </a:ln>
          </p:spPr>
        </p:sp>
      </p:grpSp>
      <p:sp>
        <p:nvSpPr>
          <p:cNvPr id="80" name="Google Shape;80;p14"/>
          <p:cNvSpPr txBox="1">
            <a:spLocks noGrp="1"/>
          </p:cNvSpPr>
          <p:nvPr>
            <p:ph type="title"/>
          </p:nvPr>
        </p:nvSpPr>
        <p:spPr>
          <a:xfrm>
            <a:off x="651600" y="628560"/>
            <a:ext cx="6129720" cy="433080"/>
          </a:xfrm>
          <a:prstGeom prst="rect">
            <a:avLst/>
          </a:prstGeom>
          <a:noFill/>
          <a:ln>
            <a:noFill/>
          </a:ln>
        </p:spPr>
        <p:txBody>
          <a:bodyPr spcFirstLastPara="1" wrap="square" lIns="0" tIns="0" rIns="0" bIns="0" anchor="t"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81" name="Google Shape;81;p14"/>
          <p:cNvSpPr txBox="1">
            <a:spLocks noGrp="1"/>
          </p:cNvSpPr>
          <p:nvPr>
            <p:ph type="body" idx="1"/>
          </p:nvPr>
        </p:nvSpPr>
        <p:spPr>
          <a:xfrm>
            <a:off x="651600" y="1409760"/>
            <a:ext cx="6129720" cy="3104640"/>
          </a:xfrm>
          <a:prstGeom prst="rect">
            <a:avLst/>
          </a:prstGeom>
          <a:noFill/>
          <a:ln>
            <a:noFill/>
          </a:ln>
        </p:spPr>
        <p:txBody>
          <a:bodyPr spcFirstLastPara="1" wrap="square" lIns="0" tIns="0" rIns="0" bIns="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82" name="Google Shape;82;p14"/>
          <p:cNvSpPr txBox="1">
            <a:spLocks noGrp="1"/>
          </p:cNvSpPr>
          <p:nvPr>
            <p:ph type="sldNum" idx="12"/>
          </p:nvPr>
        </p:nvSpPr>
        <p:spPr>
          <a:xfrm>
            <a:off x="8404560" y="4673520"/>
            <a:ext cx="548280" cy="393120"/>
          </a:xfrm>
          <a:prstGeom prst="rect">
            <a:avLst/>
          </a:prstGeom>
          <a:noFill/>
          <a:ln>
            <a:noFill/>
          </a:ln>
        </p:spPr>
        <p:txBody>
          <a:bodyPr spcFirstLastPara="1" wrap="square" lIns="0" tIns="0" rIns="0" bIns="0" anchor="ctr" anchorCtr="0">
            <a:noAutofit/>
          </a:bodyPr>
          <a:lstStyle>
            <a:lvl1pPr marL="0" marR="0" lvl="0" indent="0" algn="r" rtl="0">
              <a:spcBef>
                <a:spcPts val="0"/>
              </a:spcBef>
              <a:buNone/>
              <a:defRPr sz="1350" b="0" i="0" u="none" strike="noStrike" cap="none">
                <a:solidFill>
                  <a:srgbClr val="000000"/>
                </a:solidFill>
                <a:latin typeface="Trebuchet MS"/>
                <a:ea typeface="Trebuchet MS"/>
                <a:cs typeface="Trebuchet MS"/>
                <a:sym typeface="Trebuchet MS"/>
              </a:defRPr>
            </a:lvl1pPr>
            <a:lvl2pPr marL="0" marR="0" lvl="1" indent="0" algn="r" rtl="0">
              <a:spcBef>
                <a:spcPts val="0"/>
              </a:spcBef>
              <a:buNone/>
              <a:defRPr sz="1350" b="0" i="0" u="none" strike="noStrike" cap="none">
                <a:solidFill>
                  <a:srgbClr val="000000"/>
                </a:solidFill>
                <a:latin typeface="Trebuchet MS"/>
                <a:ea typeface="Trebuchet MS"/>
                <a:cs typeface="Trebuchet MS"/>
                <a:sym typeface="Trebuchet MS"/>
              </a:defRPr>
            </a:lvl2pPr>
            <a:lvl3pPr marL="0" marR="0" lvl="2" indent="0" algn="r" rtl="0">
              <a:spcBef>
                <a:spcPts val="0"/>
              </a:spcBef>
              <a:buNone/>
              <a:defRPr sz="1350" b="0" i="0" u="none" strike="noStrike" cap="none">
                <a:solidFill>
                  <a:srgbClr val="000000"/>
                </a:solidFill>
                <a:latin typeface="Trebuchet MS"/>
                <a:ea typeface="Trebuchet MS"/>
                <a:cs typeface="Trebuchet MS"/>
                <a:sym typeface="Trebuchet MS"/>
              </a:defRPr>
            </a:lvl3pPr>
            <a:lvl4pPr marL="0" marR="0" lvl="3" indent="0" algn="r" rtl="0">
              <a:spcBef>
                <a:spcPts val="0"/>
              </a:spcBef>
              <a:buNone/>
              <a:defRPr sz="1350" b="0" i="0" u="none" strike="noStrike" cap="none">
                <a:solidFill>
                  <a:srgbClr val="000000"/>
                </a:solidFill>
                <a:latin typeface="Trebuchet MS"/>
                <a:ea typeface="Trebuchet MS"/>
                <a:cs typeface="Trebuchet MS"/>
                <a:sym typeface="Trebuchet MS"/>
              </a:defRPr>
            </a:lvl4pPr>
            <a:lvl5pPr marL="0" marR="0" lvl="4" indent="0" algn="r" rtl="0">
              <a:spcBef>
                <a:spcPts val="0"/>
              </a:spcBef>
              <a:buNone/>
              <a:defRPr sz="1350" b="0" i="0" u="none" strike="noStrike" cap="none">
                <a:solidFill>
                  <a:srgbClr val="000000"/>
                </a:solidFill>
                <a:latin typeface="Trebuchet MS"/>
                <a:ea typeface="Trebuchet MS"/>
                <a:cs typeface="Trebuchet MS"/>
                <a:sym typeface="Trebuchet MS"/>
              </a:defRPr>
            </a:lvl5pPr>
            <a:lvl6pPr marL="0" marR="0" lvl="5" indent="0" algn="r" rtl="0">
              <a:spcBef>
                <a:spcPts val="0"/>
              </a:spcBef>
              <a:buNone/>
              <a:defRPr sz="1350" b="0" i="0" u="none" strike="noStrike" cap="none">
                <a:solidFill>
                  <a:srgbClr val="000000"/>
                </a:solidFill>
                <a:latin typeface="Trebuchet MS"/>
                <a:ea typeface="Trebuchet MS"/>
                <a:cs typeface="Trebuchet MS"/>
                <a:sym typeface="Trebuchet MS"/>
              </a:defRPr>
            </a:lvl6pPr>
            <a:lvl7pPr marL="0" marR="0" lvl="6" indent="0" algn="r" rtl="0">
              <a:spcBef>
                <a:spcPts val="0"/>
              </a:spcBef>
              <a:buNone/>
              <a:defRPr sz="1350" b="0" i="0" u="none" strike="noStrike" cap="none">
                <a:solidFill>
                  <a:srgbClr val="000000"/>
                </a:solidFill>
                <a:latin typeface="Trebuchet MS"/>
                <a:ea typeface="Trebuchet MS"/>
                <a:cs typeface="Trebuchet MS"/>
                <a:sym typeface="Trebuchet MS"/>
              </a:defRPr>
            </a:lvl7pPr>
            <a:lvl8pPr marL="0" marR="0" lvl="7" indent="0" algn="r" rtl="0">
              <a:spcBef>
                <a:spcPts val="0"/>
              </a:spcBef>
              <a:buNone/>
              <a:defRPr sz="1350" b="0" i="0" u="none" strike="noStrike" cap="none">
                <a:solidFill>
                  <a:srgbClr val="000000"/>
                </a:solidFill>
                <a:latin typeface="Trebuchet MS"/>
                <a:ea typeface="Trebuchet MS"/>
                <a:cs typeface="Trebuchet MS"/>
                <a:sym typeface="Trebuchet MS"/>
              </a:defRPr>
            </a:lvl8pPr>
            <a:lvl9pPr marL="0" marR="0" lvl="8" indent="0" algn="r" rtl="0">
              <a:spcBef>
                <a:spcPts val="0"/>
              </a:spcBef>
              <a:buNone/>
              <a:defRPr sz="1350" b="0" i="0" u="none" strike="noStrike" cap="none">
                <a:solidFill>
                  <a:srgbClr val="000000"/>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sldLayoutIdLst>
    <p:sldLayoutId id="2147483660"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1"/>
        <p:cNvGrpSpPr/>
        <p:nvPr/>
      </p:nvGrpSpPr>
      <p:grpSpPr>
        <a:xfrm>
          <a:off x="0" y="0"/>
          <a:ext cx="0" cy="0"/>
          <a:chOff x="0" y="0"/>
          <a:chExt cx="0" cy="0"/>
        </a:xfrm>
      </p:grpSpPr>
      <p:grpSp>
        <p:nvGrpSpPr>
          <p:cNvPr id="132" name="Google Shape;132;p27"/>
          <p:cNvGrpSpPr/>
          <p:nvPr/>
        </p:nvGrpSpPr>
        <p:grpSpPr>
          <a:xfrm>
            <a:off x="0" y="-6480"/>
            <a:ext cx="9143640" cy="5149800"/>
            <a:chOff x="0" y="-6480"/>
            <a:chExt cx="9143640" cy="5149800"/>
          </a:xfrm>
        </p:grpSpPr>
        <p:cxnSp>
          <p:nvCxnSpPr>
            <p:cNvPr id="133" name="Google Shape;133;p27"/>
            <p:cNvCxnSpPr/>
            <p:nvPr/>
          </p:nvCxnSpPr>
          <p:spPr>
            <a:xfrm>
              <a:off x="7027920" y="0"/>
              <a:ext cx="914400" cy="5143320"/>
            </a:xfrm>
            <a:prstGeom prst="straightConnector1">
              <a:avLst/>
            </a:prstGeom>
            <a:noFill/>
            <a:ln w="9525" cap="flat" cmpd="sng">
              <a:solidFill>
                <a:srgbClr val="BFBFBF"/>
              </a:solidFill>
              <a:prstDash val="solid"/>
              <a:round/>
              <a:headEnd type="none" w="sm" len="sm"/>
              <a:tailEnd type="none" w="sm" len="sm"/>
            </a:ln>
          </p:spPr>
        </p:cxnSp>
        <p:cxnSp>
          <p:nvCxnSpPr>
            <p:cNvPr id="134" name="Google Shape;134;p27"/>
            <p:cNvCxnSpPr/>
            <p:nvPr/>
          </p:nvCxnSpPr>
          <p:spPr>
            <a:xfrm flipH="1">
              <a:off x="5568840" y="2760840"/>
              <a:ext cx="3572640" cy="2382480"/>
            </a:xfrm>
            <a:prstGeom prst="straightConnector1">
              <a:avLst/>
            </a:prstGeom>
            <a:noFill/>
            <a:ln w="9525" cap="flat" cmpd="sng">
              <a:solidFill>
                <a:srgbClr val="D9D9D9"/>
              </a:solidFill>
              <a:prstDash val="solid"/>
              <a:round/>
              <a:headEnd type="none" w="sm" len="sm"/>
              <a:tailEnd type="none" w="sm" len="sm"/>
            </a:ln>
          </p:spPr>
        </p:cxnSp>
        <p:sp>
          <p:nvSpPr>
            <p:cNvPr id="135" name="Google Shape;135;p27"/>
            <p:cNvSpPr/>
            <p:nvPr/>
          </p:nvSpPr>
          <p:spPr>
            <a:xfrm>
              <a:off x="6886080" y="-6480"/>
              <a:ext cx="2255040" cy="5149440"/>
            </a:xfrm>
            <a:custGeom>
              <a:avLst/>
              <a:gdLst/>
              <a:ahLst/>
              <a:cxnLst/>
              <a:rect l="l" t="t" r="r" b="b"/>
              <a:pathLst>
                <a:path w="3007349" h="6866467" extrusionOk="0">
                  <a:moveTo>
                    <a:pt x="2045532" y="0"/>
                  </a:moveTo>
                  <a:lnTo>
                    <a:pt x="3007349" y="0"/>
                  </a:lnTo>
                  <a:lnTo>
                    <a:pt x="3007349" y="6866467"/>
                  </a:lnTo>
                  <a:lnTo>
                    <a:pt x="0" y="6866467"/>
                  </a:lnTo>
                  <a:lnTo>
                    <a:pt x="2045532" y="0"/>
                  </a:lnTo>
                  <a:close/>
                </a:path>
              </a:pathLst>
            </a:custGeom>
            <a:solidFill>
              <a:srgbClr val="90C226">
                <a:alpha val="30196"/>
              </a:srgbClr>
            </a:solidFill>
            <a:ln>
              <a:noFill/>
            </a:ln>
          </p:spPr>
        </p:sp>
        <p:sp>
          <p:nvSpPr>
            <p:cNvPr id="136" name="Google Shape;136;p27"/>
            <p:cNvSpPr/>
            <p:nvPr/>
          </p:nvSpPr>
          <p:spPr>
            <a:xfrm>
              <a:off x="7202520" y="-6480"/>
              <a:ext cx="1941120" cy="5149440"/>
            </a:xfrm>
            <a:custGeom>
              <a:avLst/>
              <a:gdLst/>
              <a:ahLst/>
              <a:cxnLst/>
              <a:rect l="l" t="t" r="r" b="b"/>
              <a:pathLst>
                <a:path w="2573311" h="6866467" extrusionOk="0">
                  <a:moveTo>
                    <a:pt x="0" y="0"/>
                  </a:moveTo>
                  <a:lnTo>
                    <a:pt x="2573311" y="0"/>
                  </a:lnTo>
                  <a:lnTo>
                    <a:pt x="2573311" y="6866467"/>
                  </a:lnTo>
                  <a:lnTo>
                    <a:pt x="1202336" y="6866467"/>
                  </a:lnTo>
                  <a:lnTo>
                    <a:pt x="0" y="0"/>
                  </a:lnTo>
                  <a:close/>
                </a:path>
              </a:pathLst>
            </a:custGeom>
            <a:solidFill>
              <a:srgbClr val="90C226">
                <a:alpha val="20000"/>
              </a:srgbClr>
            </a:solidFill>
            <a:ln>
              <a:noFill/>
            </a:ln>
          </p:spPr>
        </p:sp>
        <p:sp>
          <p:nvSpPr>
            <p:cNvPr id="137" name="Google Shape;137;p27"/>
            <p:cNvSpPr/>
            <p:nvPr/>
          </p:nvSpPr>
          <p:spPr>
            <a:xfrm>
              <a:off x="6699240" y="2286000"/>
              <a:ext cx="2444400" cy="2856960"/>
            </a:xfrm>
            <a:custGeom>
              <a:avLst/>
              <a:gdLst/>
              <a:ahLst/>
              <a:cxnLst/>
              <a:rect l="l" t="t" r="r" b="b"/>
              <a:pathLst>
                <a:path w="6792" h="7938" extrusionOk="0">
                  <a:moveTo>
                    <a:pt x="3395" y="0"/>
                  </a:moveTo>
                  <a:lnTo>
                    <a:pt x="6791" y="7937"/>
                  </a:lnTo>
                  <a:lnTo>
                    <a:pt x="0" y="7937"/>
                  </a:lnTo>
                  <a:lnTo>
                    <a:pt x="3395" y="0"/>
                  </a:lnTo>
                </a:path>
              </a:pathLst>
            </a:custGeom>
            <a:solidFill>
              <a:srgbClr val="54A021">
                <a:alpha val="72156"/>
              </a:srgbClr>
            </a:solidFill>
            <a:ln>
              <a:noFill/>
            </a:ln>
          </p:spPr>
        </p:sp>
        <p:sp>
          <p:nvSpPr>
            <p:cNvPr id="138" name="Google Shape;138;p27"/>
            <p:cNvSpPr/>
            <p:nvPr/>
          </p:nvSpPr>
          <p:spPr>
            <a:xfrm>
              <a:off x="7000920" y="-6480"/>
              <a:ext cx="2140560" cy="5149440"/>
            </a:xfrm>
            <a:custGeom>
              <a:avLst/>
              <a:gdLst/>
              <a:ahLst/>
              <a:cxnLst/>
              <a:rect l="l" t="t" r="r" b="b"/>
              <a:pathLst>
                <a:path w="2858013" h="6866467" extrusionOk="0">
                  <a:moveTo>
                    <a:pt x="0" y="0"/>
                  </a:moveTo>
                  <a:lnTo>
                    <a:pt x="2858013" y="0"/>
                  </a:lnTo>
                  <a:lnTo>
                    <a:pt x="2858013" y="6866467"/>
                  </a:lnTo>
                  <a:lnTo>
                    <a:pt x="2473942" y="6866467"/>
                  </a:lnTo>
                  <a:lnTo>
                    <a:pt x="0" y="0"/>
                  </a:lnTo>
                  <a:close/>
                </a:path>
              </a:pathLst>
            </a:custGeom>
            <a:solidFill>
              <a:srgbClr val="3F7819">
                <a:alpha val="70196"/>
              </a:srgbClr>
            </a:solidFill>
            <a:ln>
              <a:noFill/>
            </a:ln>
          </p:spPr>
        </p:sp>
        <p:sp>
          <p:nvSpPr>
            <p:cNvPr id="139" name="Google Shape;139;p27"/>
            <p:cNvSpPr/>
            <p:nvPr/>
          </p:nvSpPr>
          <p:spPr>
            <a:xfrm>
              <a:off x="8174160" y="-6480"/>
              <a:ext cx="967320" cy="5149440"/>
            </a:xfrm>
            <a:custGeom>
              <a:avLst/>
              <a:gdLst/>
              <a:ahLst/>
              <a:cxnLst/>
              <a:rect l="l" t="t" r="r" b="b"/>
              <a:pathLst>
                <a:path w="1290094" h="6858000" extrusionOk="0">
                  <a:moveTo>
                    <a:pt x="1019735" y="0"/>
                  </a:moveTo>
                  <a:lnTo>
                    <a:pt x="1290094" y="0"/>
                  </a:lnTo>
                  <a:lnTo>
                    <a:pt x="1290094" y="6858000"/>
                  </a:lnTo>
                  <a:lnTo>
                    <a:pt x="0" y="6858000"/>
                  </a:lnTo>
                  <a:lnTo>
                    <a:pt x="1019735" y="0"/>
                  </a:lnTo>
                  <a:close/>
                </a:path>
              </a:pathLst>
            </a:custGeom>
            <a:solidFill>
              <a:srgbClr val="C0E474">
                <a:alpha val="70196"/>
              </a:srgbClr>
            </a:solidFill>
            <a:ln>
              <a:noFill/>
            </a:ln>
          </p:spPr>
        </p:sp>
        <p:sp>
          <p:nvSpPr>
            <p:cNvPr id="140" name="Google Shape;140;p27"/>
            <p:cNvSpPr/>
            <p:nvPr/>
          </p:nvSpPr>
          <p:spPr>
            <a:xfrm>
              <a:off x="8204400" y="-6480"/>
              <a:ext cx="937080" cy="5149440"/>
            </a:xfrm>
            <a:custGeom>
              <a:avLst/>
              <a:gdLst/>
              <a:ahLst/>
              <a:cxnLst/>
              <a:rect l="l" t="t" r="r" b="b"/>
              <a:pathLst>
                <a:path w="1249825" h="6858000" extrusionOk="0">
                  <a:moveTo>
                    <a:pt x="0" y="0"/>
                  </a:moveTo>
                  <a:lnTo>
                    <a:pt x="1249825" y="0"/>
                  </a:lnTo>
                  <a:lnTo>
                    <a:pt x="1249825" y="6858000"/>
                  </a:lnTo>
                  <a:lnTo>
                    <a:pt x="1109382" y="6858000"/>
                  </a:lnTo>
                  <a:lnTo>
                    <a:pt x="0" y="0"/>
                  </a:lnTo>
                  <a:close/>
                </a:path>
              </a:pathLst>
            </a:custGeom>
            <a:solidFill>
              <a:srgbClr val="90C226">
                <a:alpha val="65098"/>
              </a:srgbClr>
            </a:solidFill>
            <a:ln>
              <a:noFill/>
            </a:ln>
          </p:spPr>
        </p:sp>
        <p:sp>
          <p:nvSpPr>
            <p:cNvPr id="141" name="Google Shape;141;p27"/>
            <p:cNvSpPr/>
            <p:nvPr/>
          </p:nvSpPr>
          <p:spPr>
            <a:xfrm>
              <a:off x="7778880" y="2692440"/>
              <a:ext cx="1362600" cy="2450880"/>
            </a:xfrm>
            <a:custGeom>
              <a:avLst/>
              <a:gdLst/>
              <a:ahLst/>
              <a:cxnLst/>
              <a:rect l="l" t="t" r="r" b="b"/>
              <a:pathLst>
                <a:path w="3787" h="6810" extrusionOk="0">
                  <a:moveTo>
                    <a:pt x="1893" y="0"/>
                  </a:moveTo>
                  <a:lnTo>
                    <a:pt x="3786" y="6809"/>
                  </a:lnTo>
                  <a:lnTo>
                    <a:pt x="0" y="6809"/>
                  </a:lnTo>
                  <a:lnTo>
                    <a:pt x="1893" y="0"/>
                  </a:lnTo>
                </a:path>
              </a:pathLst>
            </a:custGeom>
            <a:solidFill>
              <a:srgbClr val="90C226">
                <a:alpha val="80000"/>
              </a:srgbClr>
            </a:solidFill>
            <a:ln>
              <a:noFill/>
            </a:ln>
          </p:spPr>
        </p:sp>
        <p:sp>
          <p:nvSpPr>
            <p:cNvPr id="142" name="Google Shape;142;p27"/>
            <p:cNvSpPr/>
            <p:nvPr/>
          </p:nvSpPr>
          <p:spPr>
            <a:xfrm>
              <a:off x="0" y="3009960"/>
              <a:ext cx="336240" cy="2133360"/>
            </a:xfrm>
            <a:custGeom>
              <a:avLst/>
              <a:gdLst/>
              <a:ahLst/>
              <a:cxnLst/>
              <a:rect l="l" t="t" r="r" b="b"/>
              <a:pathLst>
                <a:path w="935" h="5928" extrusionOk="0">
                  <a:moveTo>
                    <a:pt x="467" y="0"/>
                  </a:moveTo>
                  <a:lnTo>
                    <a:pt x="934" y="5927"/>
                  </a:lnTo>
                  <a:lnTo>
                    <a:pt x="0" y="5927"/>
                  </a:lnTo>
                  <a:lnTo>
                    <a:pt x="467" y="0"/>
                  </a:lnTo>
                </a:path>
              </a:pathLst>
            </a:custGeom>
            <a:solidFill>
              <a:srgbClr val="90C226">
                <a:alpha val="85098"/>
              </a:srgbClr>
            </a:solidFill>
            <a:ln>
              <a:noFill/>
            </a:ln>
          </p:spPr>
        </p:sp>
      </p:grpSp>
      <p:sp>
        <p:nvSpPr>
          <p:cNvPr id="143" name="Google Shape;143;p27"/>
          <p:cNvSpPr txBox="1">
            <a:spLocks noGrp="1"/>
          </p:cNvSpPr>
          <p:nvPr>
            <p:ph type="title"/>
          </p:nvPr>
        </p:nvSpPr>
        <p:spPr>
          <a:xfrm>
            <a:off x="507960" y="457200"/>
            <a:ext cx="6447240" cy="990360"/>
          </a:xfrm>
          <a:prstGeom prst="rect">
            <a:avLst/>
          </a:prstGeom>
          <a:noFill/>
          <a:ln>
            <a:noFill/>
          </a:ln>
        </p:spPr>
        <p:txBody>
          <a:bodyPr spcFirstLastPara="1" wrap="square" lIns="90000" tIns="45000" rIns="90000" bIns="45000" anchor="t"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144" name="Google Shape;144;p27"/>
          <p:cNvSpPr txBox="1">
            <a:spLocks noGrp="1"/>
          </p:cNvSpPr>
          <p:nvPr>
            <p:ph type="dt" idx="10"/>
          </p:nvPr>
        </p:nvSpPr>
        <p:spPr>
          <a:xfrm>
            <a:off x="5403960" y="4530960"/>
            <a:ext cx="683640" cy="273600"/>
          </a:xfrm>
          <a:prstGeom prst="rect">
            <a:avLst/>
          </a:prstGeom>
          <a:noFill/>
          <a:ln>
            <a:noFill/>
          </a:ln>
        </p:spPr>
        <p:txBody>
          <a:bodyPr spcFirstLastPara="1" wrap="square" lIns="90000" tIns="45000" rIns="90000" bIns="45000" anchor="t" anchorCtr="0">
            <a:noAutofit/>
          </a:bodyPr>
          <a:lstStyle>
            <a:lvl1pPr marR="0" lvl="0" algn="l" rtl="0">
              <a:spcBef>
                <a:spcPts val="0"/>
              </a:spcBef>
              <a:spcAft>
                <a:spcPts val="0"/>
              </a:spcAft>
              <a:buSzPts val="1400"/>
              <a:buNone/>
              <a:defRPr sz="1800"/>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145" name="Google Shape;145;p27"/>
          <p:cNvSpPr txBox="1">
            <a:spLocks noGrp="1"/>
          </p:cNvSpPr>
          <p:nvPr>
            <p:ph type="ftr" idx="11"/>
          </p:nvPr>
        </p:nvSpPr>
        <p:spPr>
          <a:xfrm>
            <a:off x="507960" y="4530960"/>
            <a:ext cx="4722840" cy="273600"/>
          </a:xfrm>
          <a:prstGeom prst="rect">
            <a:avLst/>
          </a:prstGeom>
          <a:noFill/>
          <a:ln>
            <a:noFill/>
          </a:ln>
        </p:spPr>
        <p:txBody>
          <a:bodyPr spcFirstLastPara="1" wrap="square" lIns="90000" tIns="45000" rIns="90000" bIns="45000" anchor="t" anchorCtr="0">
            <a:noAutofit/>
          </a:bodyPr>
          <a:lstStyle>
            <a:lvl1pPr marR="0" lvl="0" algn="l" rtl="0">
              <a:spcBef>
                <a:spcPts val="0"/>
              </a:spcBef>
              <a:spcAft>
                <a:spcPts val="0"/>
              </a:spcAft>
              <a:buSzPts val="1400"/>
              <a:buNone/>
              <a:defRPr sz="1800"/>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146" name="Google Shape;146;p27"/>
          <p:cNvSpPr txBox="1">
            <a:spLocks noGrp="1"/>
          </p:cNvSpPr>
          <p:nvPr>
            <p:ph type="sldNum" idx="12"/>
          </p:nvPr>
        </p:nvSpPr>
        <p:spPr>
          <a:xfrm>
            <a:off x="6442920" y="4530960"/>
            <a:ext cx="512280" cy="273600"/>
          </a:xfrm>
          <a:prstGeom prst="rect">
            <a:avLst/>
          </a:prstGeom>
          <a:noFill/>
          <a:ln>
            <a:noFill/>
          </a:ln>
        </p:spPr>
        <p:txBody>
          <a:bodyPr spcFirstLastPara="1" wrap="square" lIns="90000" tIns="45000" rIns="90000" bIns="45000" anchor="t" anchorCtr="0">
            <a:noAutofit/>
          </a:bodyPr>
          <a:lstStyle>
            <a:lvl1pPr marL="0" marR="0" lvl="0" indent="0" algn="r" rtl="0">
              <a:spcBef>
                <a:spcPts val="0"/>
              </a:spcBef>
              <a:buNone/>
              <a:defRPr sz="1350" b="0" strike="noStrike">
                <a:solidFill>
                  <a:srgbClr val="000000"/>
                </a:solidFill>
                <a:latin typeface="Trebuchet MS"/>
                <a:ea typeface="Trebuchet MS"/>
                <a:cs typeface="Trebuchet MS"/>
                <a:sym typeface="Trebuchet MS"/>
              </a:defRPr>
            </a:lvl1pPr>
            <a:lvl2pPr marL="0" marR="0" lvl="1" indent="0" algn="r" rtl="0">
              <a:spcBef>
                <a:spcPts val="0"/>
              </a:spcBef>
              <a:buNone/>
              <a:defRPr sz="1350" b="0" strike="noStrike">
                <a:solidFill>
                  <a:srgbClr val="000000"/>
                </a:solidFill>
                <a:latin typeface="Trebuchet MS"/>
                <a:ea typeface="Trebuchet MS"/>
                <a:cs typeface="Trebuchet MS"/>
                <a:sym typeface="Trebuchet MS"/>
              </a:defRPr>
            </a:lvl2pPr>
            <a:lvl3pPr marL="0" marR="0" lvl="2" indent="0" algn="r" rtl="0">
              <a:spcBef>
                <a:spcPts val="0"/>
              </a:spcBef>
              <a:buNone/>
              <a:defRPr sz="1350" b="0" strike="noStrike">
                <a:solidFill>
                  <a:srgbClr val="000000"/>
                </a:solidFill>
                <a:latin typeface="Trebuchet MS"/>
                <a:ea typeface="Trebuchet MS"/>
                <a:cs typeface="Trebuchet MS"/>
                <a:sym typeface="Trebuchet MS"/>
              </a:defRPr>
            </a:lvl3pPr>
            <a:lvl4pPr marL="0" marR="0" lvl="3" indent="0" algn="r" rtl="0">
              <a:spcBef>
                <a:spcPts val="0"/>
              </a:spcBef>
              <a:buNone/>
              <a:defRPr sz="1350" b="0" strike="noStrike">
                <a:solidFill>
                  <a:srgbClr val="000000"/>
                </a:solidFill>
                <a:latin typeface="Trebuchet MS"/>
                <a:ea typeface="Trebuchet MS"/>
                <a:cs typeface="Trebuchet MS"/>
                <a:sym typeface="Trebuchet MS"/>
              </a:defRPr>
            </a:lvl4pPr>
            <a:lvl5pPr marL="0" marR="0" lvl="4" indent="0" algn="r" rtl="0">
              <a:spcBef>
                <a:spcPts val="0"/>
              </a:spcBef>
              <a:buNone/>
              <a:defRPr sz="1350" b="0" strike="noStrike">
                <a:solidFill>
                  <a:srgbClr val="000000"/>
                </a:solidFill>
                <a:latin typeface="Trebuchet MS"/>
                <a:ea typeface="Trebuchet MS"/>
                <a:cs typeface="Trebuchet MS"/>
                <a:sym typeface="Trebuchet MS"/>
              </a:defRPr>
            </a:lvl5pPr>
            <a:lvl6pPr marL="0" marR="0" lvl="5" indent="0" algn="r" rtl="0">
              <a:spcBef>
                <a:spcPts val="0"/>
              </a:spcBef>
              <a:buNone/>
              <a:defRPr sz="1350" b="0" strike="noStrike">
                <a:solidFill>
                  <a:srgbClr val="000000"/>
                </a:solidFill>
                <a:latin typeface="Trebuchet MS"/>
                <a:ea typeface="Trebuchet MS"/>
                <a:cs typeface="Trebuchet MS"/>
                <a:sym typeface="Trebuchet MS"/>
              </a:defRPr>
            </a:lvl6pPr>
            <a:lvl7pPr marL="0" marR="0" lvl="6" indent="0" algn="r" rtl="0">
              <a:spcBef>
                <a:spcPts val="0"/>
              </a:spcBef>
              <a:buNone/>
              <a:defRPr sz="1350" b="0" strike="noStrike">
                <a:solidFill>
                  <a:srgbClr val="000000"/>
                </a:solidFill>
                <a:latin typeface="Trebuchet MS"/>
                <a:ea typeface="Trebuchet MS"/>
                <a:cs typeface="Trebuchet MS"/>
                <a:sym typeface="Trebuchet MS"/>
              </a:defRPr>
            </a:lvl7pPr>
            <a:lvl8pPr marL="0" marR="0" lvl="7" indent="0" algn="r" rtl="0">
              <a:spcBef>
                <a:spcPts val="0"/>
              </a:spcBef>
              <a:buNone/>
              <a:defRPr sz="1350" b="0" strike="noStrike">
                <a:solidFill>
                  <a:srgbClr val="000000"/>
                </a:solidFill>
                <a:latin typeface="Trebuchet MS"/>
                <a:ea typeface="Trebuchet MS"/>
                <a:cs typeface="Trebuchet MS"/>
                <a:sym typeface="Trebuchet MS"/>
              </a:defRPr>
            </a:lvl8pPr>
            <a:lvl9pPr marL="0" marR="0" lvl="8" indent="0" algn="r" rtl="0">
              <a:spcBef>
                <a:spcPts val="0"/>
              </a:spcBef>
              <a:buNone/>
              <a:defRPr sz="1350" b="0" strike="noStrike">
                <a:solidFill>
                  <a:srgbClr val="000000"/>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latin typeface="Times New Roman"/>
              <a:ea typeface="Times New Roman"/>
              <a:cs typeface="Times New Roman"/>
              <a:sym typeface="Times New Roman"/>
            </a:endParaRPr>
          </a:p>
        </p:txBody>
      </p:sp>
      <p:sp>
        <p:nvSpPr>
          <p:cNvPr id="147" name="Google Shape;147;p27"/>
          <p:cNvSpPr txBox="1">
            <a:spLocks noGrp="1"/>
          </p:cNvSpPr>
          <p:nvPr>
            <p:ph type="body" idx="1"/>
          </p:nvPr>
        </p:nvSpPr>
        <p:spPr>
          <a:xfrm>
            <a:off x="457200" y="1203480"/>
            <a:ext cx="8229240" cy="2983320"/>
          </a:xfrm>
          <a:prstGeom prst="rect">
            <a:avLst/>
          </a:prstGeom>
          <a:noFill/>
          <a:ln>
            <a:noFill/>
          </a:ln>
        </p:spPr>
        <p:txBody>
          <a:bodyPr spcFirstLastPara="1" wrap="square" lIns="0" tIns="0" rIns="0" bIns="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Tree>
  </p:cSld>
  <p:clrMap bg1="lt1" tx1="dk1" bg2="dk2" tx2="lt2" accent1="accent1" accent2="accent2" accent3="accent3" accent4="accent4" accent5="accent5" accent6="accent6" hlink="hlink" folHlink="folHlink"/>
  <p:sldLayoutIdLst>
    <p:sldLayoutId id="2147483672" r:id="rId1"/>
    <p:sldLayoutId id="2147483673"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40"/>
          <p:cNvSpPr/>
          <p:nvPr/>
        </p:nvSpPr>
        <p:spPr>
          <a:xfrm>
            <a:off x="1362600" y="1596240"/>
            <a:ext cx="6418080" cy="975510"/>
          </a:xfrm>
          <a:prstGeom prst="rect">
            <a:avLst/>
          </a:prstGeom>
          <a:noFill/>
          <a:ln>
            <a:noFill/>
          </a:ln>
        </p:spPr>
        <p:txBody>
          <a:bodyPr spcFirstLastPara="1" wrap="square" lIns="90000" tIns="45000" rIns="90000" bIns="45000" anchor="t" anchorCtr="0">
            <a:noAutofit/>
          </a:bodyPr>
          <a:lstStyle/>
          <a:p>
            <a:pPr marL="0" marR="0" lvl="0" indent="0" algn="ctr" rtl="0">
              <a:spcBef>
                <a:spcPts val="0"/>
              </a:spcBef>
              <a:spcAft>
                <a:spcPts val="0"/>
              </a:spcAft>
              <a:buNone/>
            </a:pPr>
            <a:r>
              <a:rPr lang="en-US" sz="2000" b="1" i="0" u="none" strike="noStrike" cap="none" dirty="0">
                <a:solidFill>
                  <a:srgbClr val="000000"/>
                </a:solidFill>
                <a:latin typeface="Times New Roman"/>
                <a:ea typeface="Times New Roman"/>
                <a:cs typeface="Times New Roman"/>
                <a:sym typeface="Times New Roman"/>
              </a:rPr>
              <a:t>MACHINE LEARNING INTERNSHIP </a:t>
            </a:r>
            <a:endParaRPr sz="2000" b="0" i="0" u="none" strike="noStrike" cap="none" dirty="0">
              <a:latin typeface="Arial"/>
              <a:ea typeface="Arial"/>
              <a:cs typeface="Arial"/>
              <a:sym typeface="Arial"/>
            </a:endParaRPr>
          </a:p>
          <a:p>
            <a:pPr marL="0" marR="0" lvl="0" indent="0" algn="ctr" rtl="0">
              <a:spcBef>
                <a:spcPts val="0"/>
              </a:spcBef>
              <a:spcAft>
                <a:spcPts val="0"/>
              </a:spcAft>
              <a:buNone/>
            </a:pPr>
            <a:endParaRPr sz="2000" b="0" i="0" u="none" strike="noStrike" cap="none" dirty="0">
              <a:latin typeface="Arial"/>
              <a:ea typeface="Arial"/>
              <a:cs typeface="Arial"/>
              <a:sym typeface="Arial"/>
            </a:endParaRPr>
          </a:p>
          <a:p>
            <a:pPr marL="0" marR="0" lvl="0" indent="0" algn="ctr" rtl="0">
              <a:spcBef>
                <a:spcPts val="0"/>
              </a:spcBef>
              <a:spcAft>
                <a:spcPts val="0"/>
              </a:spcAft>
              <a:buNone/>
            </a:pPr>
            <a:r>
              <a:rPr lang="en-US" sz="2000" b="1" i="0" u="none" strike="noStrike" cap="none" dirty="0">
                <a:solidFill>
                  <a:srgbClr val="000000"/>
                </a:solidFill>
                <a:latin typeface="Times New Roman"/>
                <a:ea typeface="Times New Roman"/>
                <a:cs typeface="Times New Roman"/>
                <a:sym typeface="Times New Roman"/>
              </a:rPr>
              <a:t>Presentation on</a:t>
            </a:r>
            <a:endParaRPr sz="2000" b="0" i="0" u="none" strike="noStrike" cap="none" dirty="0">
              <a:latin typeface="Arial"/>
              <a:ea typeface="Arial"/>
              <a:cs typeface="Arial"/>
              <a:sym typeface="Arial"/>
            </a:endParaRPr>
          </a:p>
        </p:txBody>
      </p:sp>
      <p:sp>
        <p:nvSpPr>
          <p:cNvPr id="201" name="Google Shape;201;p40"/>
          <p:cNvSpPr/>
          <p:nvPr/>
        </p:nvSpPr>
        <p:spPr>
          <a:xfrm>
            <a:off x="1143360" y="2571750"/>
            <a:ext cx="6637320" cy="589904"/>
          </a:xfrm>
          <a:prstGeom prst="rect">
            <a:avLst/>
          </a:prstGeom>
          <a:noFill/>
          <a:ln>
            <a:noFill/>
          </a:ln>
        </p:spPr>
        <p:txBody>
          <a:bodyPr spcFirstLastPara="1" wrap="square" lIns="90000" tIns="45000" rIns="90000" bIns="45000" anchor="t" anchorCtr="0">
            <a:noAutofit/>
          </a:bodyPr>
          <a:lstStyle/>
          <a:p>
            <a:pPr marL="0" marR="0" lvl="0" indent="0" algn="ctr" rtl="0">
              <a:spcBef>
                <a:spcPts val="0"/>
              </a:spcBef>
              <a:spcAft>
                <a:spcPts val="0"/>
              </a:spcAft>
              <a:buNone/>
            </a:pPr>
            <a:r>
              <a:rPr lang="en-US" sz="2000" b="1" i="0" u="none" strike="noStrike" cap="none" dirty="0">
                <a:solidFill>
                  <a:srgbClr val="000000"/>
                </a:solidFill>
                <a:latin typeface="Times New Roman"/>
                <a:ea typeface="Times New Roman"/>
                <a:cs typeface="Times New Roman"/>
                <a:sym typeface="Times New Roman"/>
              </a:rPr>
              <a:t>   “MUTUAL FUNDS INDIA PREDICTION”</a:t>
            </a:r>
            <a:endParaRPr sz="2000" b="0" i="0" u="none" strike="noStrike" cap="none" dirty="0">
              <a:latin typeface="Arial"/>
              <a:ea typeface="Arial"/>
              <a:cs typeface="Arial"/>
              <a:sym typeface="Arial"/>
            </a:endParaRPr>
          </a:p>
        </p:txBody>
      </p:sp>
      <p:sp>
        <p:nvSpPr>
          <p:cNvPr id="202" name="Google Shape;202;p40"/>
          <p:cNvSpPr/>
          <p:nvPr/>
        </p:nvSpPr>
        <p:spPr>
          <a:xfrm>
            <a:off x="133200" y="3465360"/>
            <a:ext cx="3880440" cy="706680"/>
          </a:xfrm>
          <a:prstGeom prst="rect">
            <a:avLst/>
          </a:prstGeom>
          <a:noFill/>
          <a:ln>
            <a:noFill/>
          </a:ln>
        </p:spPr>
        <p:txBody>
          <a:bodyPr spcFirstLastPara="1" wrap="square" lIns="90000" tIns="45000" rIns="90000" bIns="45000" anchor="t" anchorCtr="0">
            <a:noAutofit/>
          </a:bodyPr>
          <a:lstStyle/>
          <a:p>
            <a:pPr marL="0" marR="0" lvl="0" indent="0" algn="l" rtl="0">
              <a:lnSpc>
                <a:spcPct val="150000"/>
              </a:lnSpc>
              <a:spcBef>
                <a:spcPts val="0"/>
              </a:spcBef>
              <a:spcAft>
                <a:spcPts val="0"/>
              </a:spcAft>
              <a:buNone/>
            </a:pPr>
            <a:r>
              <a:rPr lang="en-US" sz="1350" b="1" i="0" u="none" strike="noStrike" cap="none" dirty="0">
                <a:solidFill>
                  <a:srgbClr val="000000"/>
                </a:solidFill>
                <a:latin typeface="Times New Roman"/>
                <a:ea typeface="Times New Roman"/>
                <a:cs typeface="Times New Roman"/>
                <a:sym typeface="Times New Roman"/>
              </a:rPr>
              <a:t>Under the guidance of :</a:t>
            </a:r>
            <a:endParaRPr sz="1350" b="0" i="0" u="none" strike="noStrike" cap="none" dirty="0">
              <a:latin typeface="Arial"/>
              <a:ea typeface="Arial"/>
              <a:cs typeface="Arial"/>
              <a:sym typeface="Arial"/>
            </a:endParaRPr>
          </a:p>
          <a:p>
            <a:pPr marL="0" marR="0" lvl="0" indent="0" algn="l" rtl="0">
              <a:lnSpc>
                <a:spcPct val="150000"/>
              </a:lnSpc>
              <a:spcBef>
                <a:spcPts val="0"/>
              </a:spcBef>
              <a:spcAft>
                <a:spcPts val="0"/>
              </a:spcAft>
              <a:buNone/>
            </a:pPr>
            <a:r>
              <a:rPr lang="en-US" sz="1350" b="1" i="0" u="none" strike="noStrike" cap="none" dirty="0">
                <a:solidFill>
                  <a:srgbClr val="000000"/>
                </a:solidFill>
                <a:latin typeface="Times New Roman"/>
                <a:ea typeface="Times New Roman"/>
                <a:cs typeface="Times New Roman"/>
                <a:sym typeface="Times New Roman"/>
              </a:rPr>
              <a:t>PRINSTON SMART ENGINEERS</a:t>
            </a:r>
            <a:endParaRPr sz="1350" b="0" i="0" u="none" strike="noStrike" cap="none" dirty="0">
              <a:latin typeface="Arial"/>
              <a:ea typeface="Arial"/>
              <a:cs typeface="Arial"/>
              <a:sym typeface="Arial"/>
            </a:endParaRPr>
          </a:p>
        </p:txBody>
      </p:sp>
      <p:sp>
        <p:nvSpPr>
          <p:cNvPr id="204" name="Google Shape;204;p40"/>
          <p:cNvSpPr/>
          <p:nvPr/>
        </p:nvSpPr>
        <p:spPr>
          <a:xfrm>
            <a:off x="5130000" y="3465360"/>
            <a:ext cx="3880440" cy="1014840"/>
          </a:xfrm>
          <a:prstGeom prst="rect">
            <a:avLst/>
          </a:prstGeom>
          <a:noFill/>
          <a:ln>
            <a:noFill/>
          </a:ln>
        </p:spPr>
        <p:txBody>
          <a:bodyPr spcFirstLastPara="1" wrap="square" lIns="90000" tIns="45000" rIns="90000" bIns="45000" anchor="t" anchorCtr="0">
            <a:noAutofit/>
          </a:bodyPr>
          <a:lstStyle/>
          <a:p>
            <a:pPr marL="0" marR="0" lvl="0" indent="0" algn="l" rtl="0">
              <a:lnSpc>
                <a:spcPct val="150000"/>
              </a:lnSpc>
              <a:spcBef>
                <a:spcPts val="0"/>
              </a:spcBef>
              <a:spcAft>
                <a:spcPts val="0"/>
              </a:spcAft>
              <a:buNone/>
            </a:pPr>
            <a:r>
              <a:rPr lang="en-US" sz="1350" b="1" i="0" u="none" strike="noStrike" cap="none" dirty="0">
                <a:solidFill>
                  <a:srgbClr val="000000"/>
                </a:solidFill>
                <a:latin typeface="Times New Roman"/>
                <a:ea typeface="Times New Roman"/>
                <a:cs typeface="Times New Roman"/>
                <a:sym typeface="Times New Roman"/>
              </a:rPr>
              <a:t>Presented by : </a:t>
            </a:r>
            <a:r>
              <a:rPr lang="en-US" sz="1350" b="1" dirty="0">
                <a:latin typeface="Times New Roman"/>
                <a:ea typeface="Times New Roman"/>
                <a:cs typeface="Times New Roman"/>
                <a:sym typeface="Times New Roman"/>
              </a:rPr>
              <a:t>MEHAK TAJ</a:t>
            </a:r>
            <a:r>
              <a:rPr lang="en-US" sz="1350" b="1" i="0" u="none" strike="noStrike" cap="none" dirty="0">
                <a:solidFill>
                  <a:srgbClr val="000000"/>
                </a:solidFill>
                <a:latin typeface="Times New Roman"/>
                <a:ea typeface="Times New Roman"/>
                <a:cs typeface="Times New Roman"/>
                <a:sym typeface="Times New Roman"/>
              </a:rPr>
              <a:t>                  </a:t>
            </a:r>
          </a:p>
          <a:p>
            <a:pPr marL="0" marR="0" lvl="0" indent="0" algn="l" rtl="0">
              <a:lnSpc>
                <a:spcPct val="150000"/>
              </a:lnSpc>
              <a:spcBef>
                <a:spcPts val="0"/>
              </a:spcBef>
              <a:spcAft>
                <a:spcPts val="0"/>
              </a:spcAft>
              <a:buNone/>
            </a:pPr>
            <a:r>
              <a:rPr lang="en-US" sz="1350" b="1" dirty="0">
                <a:latin typeface="Times New Roman"/>
                <a:cs typeface="Times New Roman"/>
                <a:sym typeface="Times New Roman"/>
              </a:rPr>
              <a:t>U18IW23S0111</a:t>
            </a:r>
            <a:endParaRPr sz="1350" b="0" i="0" u="none" strike="noStrike" cap="none" dirty="0">
              <a:latin typeface="Arial"/>
              <a:ea typeface="Arial"/>
              <a:cs typeface="Arial"/>
              <a:sym typeface="Arial"/>
            </a:endParaRPr>
          </a:p>
        </p:txBody>
      </p:sp>
      <p:pic>
        <p:nvPicPr>
          <p:cNvPr id="5" name="Picture 4">
            <a:extLst>
              <a:ext uri="{FF2B5EF4-FFF2-40B4-BE49-F238E27FC236}">
                <a16:creationId xmlns:a16="http://schemas.microsoft.com/office/drawing/2014/main" id="{675655CB-A77B-C7EC-D8B2-451ABABA703A}"/>
              </a:ext>
            </a:extLst>
          </p:cNvPr>
          <p:cNvPicPr>
            <a:picLocks noChangeAspect="1"/>
          </p:cNvPicPr>
          <p:nvPr/>
        </p:nvPicPr>
        <p:blipFill>
          <a:blip r:embed="rId3"/>
          <a:stretch>
            <a:fillRect/>
          </a:stretch>
        </p:blipFill>
        <p:spPr>
          <a:xfrm>
            <a:off x="968644" y="215280"/>
            <a:ext cx="5567890" cy="10668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41"/>
          <p:cNvSpPr txBox="1"/>
          <p:nvPr/>
        </p:nvSpPr>
        <p:spPr>
          <a:xfrm>
            <a:off x="651600" y="478080"/>
            <a:ext cx="6129720" cy="4330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2700" b="1" i="0" u="none" strike="noStrike" cap="none">
                <a:solidFill>
                  <a:srgbClr val="90C226"/>
                </a:solidFill>
                <a:latin typeface="Times New Roman"/>
                <a:ea typeface="Times New Roman"/>
                <a:cs typeface="Times New Roman"/>
                <a:sym typeface="Times New Roman"/>
              </a:rPr>
              <a:t>CONTENTS</a:t>
            </a:r>
            <a:endParaRPr sz="2700" b="0" strike="noStrike">
              <a:solidFill>
                <a:srgbClr val="000000"/>
              </a:solidFill>
              <a:latin typeface="Trebuchet MS"/>
              <a:ea typeface="Trebuchet MS"/>
              <a:cs typeface="Trebuchet MS"/>
              <a:sym typeface="Trebuchet MS"/>
            </a:endParaRPr>
          </a:p>
        </p:txBody>
      </p:sp>
      <p:sp>
        <p:nvSpPr>
          <p:cNvPr id="212" name="Google Shape;212;p41"/>
          <p:cNvSpPr txBox="1"/>
          <p:nvPr/>
        </p:nvSpPr>
        <p:spPr>
          <a:xfrm>
            <a:off x="651600" y="911160"/>
            <a:ext cx="6129720" cy="4149036"/>
          </a:xfrm>
          <a:prstGeom prst="rect">
            <a:avLst/>
          </a:prstGeom>
          <a:noFill/>
          <a:ln>
            <a:noFill/>
          </a:ln>
        </p:spPr>
        <p:txBody>
          <a:bodyPr spcFirstLastPara="1" wrap="square" lIns="0" tIns="0" rIns="0" bIns="0" anchor="t" anchorCtr="0">
            <a:noAutofit/>
          </a:bodyPr>
          <a:lstStyle/>
          <a:p>
            <a:pPr marL="286111" marR="0" lvl="0" indent="-285750" algn="l" rtl="0">
              <a:spcBef>
                <a:spcPts val="751"/>
              </a:spcBef>
              <a:spcAft>
                <a:spcPts val="0"/>
              </a:spcAft>
              <a:buClr>
                <a:srgbClr val="90C226"/>
              </a:buClr>
              <a:buSzPts val="1440"/>
              <a:buFont typeface="Arial" panose="020B0604020202020204" pitchFamily="34" charset="0"/>
              <a:buChar char="•"/>
            </a:pPr>
            <a:r>
              <a:rPr lang="en-US" sz="1800" b="1" strike="noStrike" dirty="0">
                <a:solidFill>
                  <a:srgbClr val="404040"/>
                </a:solidFill>
                <a:latin typeface="Times New Roman"/>
                <a:ea typeface="Times New Roman"/>
                <a:cs typeface="Times New Roman"/>
                <a:sym typeface="Times New Roman"/>
              </a:rPr>
              <a:t>Introduction</a:t>
            </a:r>
            <a:endParaRPr lang="en-US" sz="1800" b="0" strike="noStrike" dirty="0">
              <a:solidFill>
                <a:srgbClr val="404040"/>
              </a:solidFill>
              <a:latin typeface="Trebuchet MS"/>
              <a:ea typeface="Trebuchet MS"/>
              <a:cs typeface="Trebuchet MS"/>
              <a:sym typeface="Trebuchet MS"/>
            </a:endParaRPr>
          </a:p>
          <a:p>
            <a:pPr marL="285840" marR="0" lvl="0" indent="-285479" algn="l" rtl="0">
              <a:spcBef>
                <a:spcPts val="751"/>
              </a:spcBef>
              <a:spcAft>
                <a:spcPts val="0"/>
              </a:spcAft>
              <a:buClr>
                <a:srgbClr val="90C226"/>
              </a:buClr>
              <a:buSzPts val="1440"/>
              <a:buFont typeface="Arial"/>
              <a:buChar char="•"/>
            </a:pPr>
            <a:r>
              <a:rPr lang="en-US" sz="1800" b="1" strike="noStrike" dirty="0">
                <a:solidFill>
                  <a:srgbClr val="404040"/>
                </a:solidFill>
                <a:latin typeface="Times New Roman"/>
                <a:ea typeface="Times New Roman"/>
                <a:cs typeface="Times New Roman"/>
                <a:sym typeface="Times New Roman"/>
              </a:rPr>
              <a:t>Problem Statement </a:t>
            </a:r>
            <a:endParaRPr lang="en-US" sz="1800" b="0" strike="noStrike" dirty="0">
              <a:solidFill>
                <a:srgbClr val="404040"/>
              </a:solidFill>
              <a:latin typeface="Trebuchet MS"/>
              <a:ea typeface="Trebuchet MS"/>
              <a:cs typeface="Trebuchet MS"/>
              <a:sym typeface="Trebuchet MS"/>
            </a:endParaRPr>
          </a:p>
          <a:p>
            <a:pPr marL="285840" marR="0" lvl="0" indent="-285479" algn="l" rtl="0">
              <a:spcBef>
                <a:spcPts val="751"/>
              </a:spcBef>
              <a:spcAft>
                <a:spcPts val="0"/>
              </a:spcAft>
              <a:buClr>
                <a:srgbClr val="90C226"/>
              </a:buClr>
              <a:buSzPts val="1440"/>
              <a:buFont typeface="Arial"/>
              <a:buChar char="•"/>
            </a:pPr>
            <a:r>
              <a:rPr lang="en-US" sz="1800" b="1" strike="noStrike" dirty="0">
                <a:solidFill>
                  <a:srgbClr val="404040"/>
                </a:solidFill>
                <a:latin typeface="Times New Roman"/>
                <a:ea typeface="Times New Roman"/>
                <a:cs typeface="Times New Roman"/>
                <a:sym typeface="Times New Roman"/>
              </a:rPr>
              <a:t>Objective</a:t>
            </a:r>
            <a:endParaRPr lang="en-US" sz="1800" b="0" strike="noStrike" dirty="0">
              <a:solidFill>
                <a:srgbClr val="404040"/>
              </a:solidFill>
              <a:latin typeface="Trebuchet MS"/>
              <a:ea typeface="Trebuchet MS"/>
              <a:cs typeface="Trebuchet MS"/>
              <a:sym typeface="Trebuchet MS"/>
            </a:endParaRPr>
          </a:p>
          <a:p>
            <a:pPr marL="285840" marR="0" lvl="0" indent="-285479" algn="l" rtl="0">
              <a:spcBef>
                <a:spcPts val="751"/>
              </a:spcBef>
              <a:spcAft>
                <a:spcPts val="0"/>
              </a:spcAft>
              <a:buClr>
                <a:srgbClr val="90C226"/>
              </a:buClr>
              <a:buSzPts val="1440"/>
              <a:buFont typeface="Arial"/>
              <a:buChar char="•"/>
            </a:pPr>
            <a:r>
              <a:rPr lang="en-US" sz="1800" b="1" strike="noStrike" dirty="0">
                <a:solidFill>
                  <a:srgbClr val="404040"/>
                </a:solidFill>
                <a:latin typeface="Times New Roman"/>
                <a:ea typeface="Times New Roman"/>
                <a:cs typeface="Times New Roman"/>
                <a:sym typeface="Times New Roman"/>
              </a:rPr>
              <a:t>Dataset Description</a:t>
            </a:r>
            <a:endParaRPr lang="en-US" sz="1800" b="0" strike="noStrike" dirty="0">
              <a:solidFill>
                <a:srgbClr val="404040"/>
              </a:solidFill>
              <a:latin typeface="Trebuchet MS"/>
              <a:ea typeface="Trebuchet MS"/>
              <a:cs typeface="Trebuchet MS"/>
              <a:sym typeface="Trebuchet MS"/>
            </a:endParaRPr>
          </a:p>
          <a:p>
            <a:pPr marL="285840" lvl="0" indent="-285479">
              <a:spcBef>
                <a:spcPts val="751"/>
              </a:spcBef>
              <a:buClr>
                <a:srgbClr val="90C226"/>
              </a:buClr>
              <a:buSzPts val="1440"/>
              <a:buFont typeface="Arial"/>
              <a:buChar char="•"/>
            </a:pPr>
            <a:r>
              <a:rPr lang="en-US" sz="1800" b="1" dirty="0">
                <a:latin typeface="Times New Roman" panose="02020603050405020304" pitchFamily="18" charset="0"/>
                <a:cs typeface="Times New Roman" panose="02020603050405020304" pitchFamily="18" charset="0"/>
              </a:rPr>
              <a:t>Data Preprocessing</a:t>
            </a:r>
            <a:endParaRPr lang="en-US" sz="1800" b="1" strike="noStrike" dirty="0">
              <a:solidFill>
                <a:srgbClr val="404040"/>
              </a:solidFill>
              <a:latin typeface="Times New Roman" panose="02020603050405020304" pitchFamily="18" charset="0"/>
              <a:ea typeface="Trebuchet MS"/>
              <a:cs typeface="Times New Roman" panose="02020603050405020304" pitchFamily="18" charset="0"/>
              <a:sym typeface="Trebuchet MS"/>
            </a:endParaRPr>
          </a:p>
          <a:p>
            <a:pPr marL="285840" lvl="0" indent="-285479">
              <a:spcBef>
                <a:spcPts val="751"/>
              </a:spcBef>
              <a:buClr>
                <a:srgbClr val="90C226"/>
              </a:buClr>
              <a:buSzPts val="1440"/>
              <a:buFont typeface="Arial"/>
              <a:buChar char="•"/>
            </a:pPr>
            <a:r>
              <a:rPr lang="en-US" sz="1800" b="1" dirty="0">
                <a:latin typeface="Times New Roman" panose="02020603050405020304" pitchFamily="18" charset="0"/>
                <a:cs typeface="Times New Roman" panose="02020603050405020304" pitchFamily="18" charset="0"/>
              </a:rPr>
              <a:t>Exploratory Data Analysis</a:t>
            </a:r>
            <a:endParaRPr lang="en-US" sz="1800" b="1" strike="noStrike" dirty="0">
              <a:solidFill>
                <a:srgbClr val="404040"/>
              </a:solidFill>
              <a:latin typeface="Times New Roman" panose="02020603050405020304" pitchFamily="18" charset="0"/>
              <a:ea typeface="Trebuchet MS"/>
              <a:cs typeface="Times New Roman" panose="02020603050405020304" pitchFamily="18" charset="0"/>
              <a:sym typeface="Trebuchet MS"/>
            </a:endParaRPr>
          </a:p>
          <a:p>
            <a:pPr marL="285840" lvl="0" indent="-285479">
              <a:spcBef>
                <a:spcPts val="751"/>
              </a:spcBef>
              <a:buClr>
                <a:srgbClr val="90C226"/>
              </a:buClr>
              <a:buSzPts val="1440"/>
              <a:buFont typeface="Arial"/>
              <a:buChar char="•"/>
            </a:pPr>
            <a:r>
              <a:rPr lang="en-US" sz="1800" b="1" dirty="0">
                <a:latin typeface="Times New Roman" panose="02020603050405020304" pitchFamily="18" charset="0"/>
                <a:cs typeface="Times New Roman" panose="02020603050405020304" pitchFamily="18" charset="0"/>
              </a:rPr>
              <a:t>Machine Learning Models</a:t>
            </a:r>
          </a:p>
          <a:p>
            <a:pPr marL="285840" lvl="0" indent="-285479">
              <a:spcBef>
                <a:spcPts val="751"/>
              </a:spcBef>
              <a:buClr>
                <a:srgbClr val="90C226"/>
              </a:buClr>
              <a:buSzPts val="1440"/>
              <a:buFont typeface="Arial"/>
              <a:buChar char="•"/>
            </a:pPr>
            <a:r>
              <a:rPr lang="en-US" sz="1800" b="1" dirty="0">
                <a:latin typeface="Times New Roman" panose="02020603050405020304" pitchFamily="18" charset="0"/>
                <a:cs typeface="Times New Roman" panose="02020603050405020304" pitchFamily="18" charset="0"/>
              </a:rPr>
              <a:t>Model Evaluation</a:t>
            </a:r>
          </a:p>
          <a:p>
            <a:pPr marL="285840" lvl="0" indent="-285479">
              <a:spcBef>
                <a:spcPts val="751"/>
              </a:spcBef>
              <a:buClr>
                <a:srgbClr val="90C226"/>
              </a:buClr>
              <a:buSzPts val="1440"/>
              <a:buFont typeface="Arial"/>
              <a:buChar char="•"/>
            </a:pPr>
            <a:r>
              <a:rPr lang="en-US" sz="1800" b="1" strike="noStrike" dirty="0">
                <a:solidFill>
                  <a:srgbClr val="404040"/>
                </a:solidFill>
                <a:latin typeface="Times New Roman" panose="02020603050405020304" pitchFamily="18" charset="0"/>
                <a:ea typeface="Trebuchet MS"/>
                <a:cs typeface="Times New Roman" panose="02020603050405020304" pitchFamily="18" charset="0"/>
                <a:sym typeface="Trebuchet MS"/>
              </a:rPr>
              <a:t>Results</a:t>
            </a:r>
          </a:p>
          <a:p>
            <a:pPr marL="285840" marR="0" lvl="0" indent="-285479" algn="l" rtl="0">
              <a:spcBef>
                <a:spcPts val="751"/>
              </a:spcBef>
              <a:spcAft>
                <a:spcPts val="0"/>
              </a:spcAft>
              <a:buClr>
                <a:srgbClr val="90C226"/>
              </a:buClr>
              <a:buSzPts val="1440"/>
              <a:buFont typeface="Arial"/>
              <a:buChar char="•"/>
            </a:pPr>
            <a:r>
              <a:rPr lang="en-US" sz="1800" b="1" strike="noStrike" dirty="0">
                <a:solidFill>
                  <a:srgbClr val="404040"/>
                </a:solidFill>
                <a:latin typeface="Times New Roman"/>
                <a:ea typeface="Times New Roman"/>
                <a:cs typeface="Times New Roman"/>
                <a:sym typeface="Times New Roman"/>
              </a:rPr>
              <a:t>Conclusion</a:t>
            </a:r>
          </a:p>
          <a:p>
            <a:pPr marL="285840" marR="0" lvl="0" indent="-285479" algn="l" rtl="0">
              <a:spcBef>
                <a:spcPts val="751"/>
              </a:spcBef>
              <a:spcAft>
                <a:spcPts val="0"/>
              </a:spcAft>
              <a:buClr>
                <a:srgbClr val="90C226"/>
              </a:buClr>
              <a:buSzPts val="1440"/>
              <a:buFont typeface="Arial"/>
              <a:buChar char="•"/>
            </a:pPr>
            <a:r>
              <a:rPr lang="en-US" sz="1800" b="1" strike="noStrike" dirty="0">
                <a:solidFill>
                  <a:srgbClr val="404040"/>
                </a:solidFill>
                <a:latin typeface="Times New Roman"/>
                <a:ea typeface="Times New Roman"/>
                <a:cs typeface="Times New Roman"/>
                <a:sym typeface="Times New Roman"/>
              </a:rPr>
              <a:t>Future </a:t>
            </a:r>
            <a:r>
              <a:rPr lang="en-US" sz="1800" b="1" dirty="0">
                <a:solidFill>
                  <a:srgbClr val="404040"/>
                </a:solidFill>
                <a:latin typeface="Times New Roman"/>
                <a:ea typeface="Times New Roman"/>
                <a:cs typeface="Times New Roman"/>
                <a:sym typeface="Times New Roman"/>
              </a:rPr>
              <a:t>S</a:t>
            </a:r>
            <a:r>
              <a:rPr lang="en-US" sz="1800" b="1" strike="noStrike" dirty="0">
                <a:solidFill>
                  <a:srgbClr val="404040"/>
                </a:solidFill>
                <a:latin typeface="Times New Roman"/>
                <a:ea typeface="Times New Roman"/>
                <a:cs typeface="Times New Roman"/>
                <a:sym typeface="Times New Roman"/>
              </a:rPr>
              <a:t>cope</a:t>
            </a:r>
          </a:p>
          <a:p>
            <a:pPr marL="285840" marR="0" lvl="0" indent="-285479" algn="l" rtl="0">
              <a:spcBef>
                <a:spcPts val="751"/>
              </a:spcBef>
              <a:spcAft>
                <a:spcPts val="0"/>
              </a:spcAft>
              <a:buClr>
                <a:srgbClr val="90C226"/>
              </a:buClr>
              <a:buSzPts val="1440"/>
              <a:buFont typeface="Arial"/>
              <a:buChar char="•"/>
            </a:pPr>
            <a:endParaRPr lang="en-US" sz="1800" b="0" strike="noStrike" dirty="0">
              <a:solidFill>
                <a:srgbClr val="404040"/>
              </a:solidFill>
              <a:latin typeface="Trebuchet MS"/>
              <a:ea typeface="Trebuchet MS"/>
              <a:cs typeface="Trebuchet MS"/>
              <a:sym typeface="Trebuchet MS"/>
            </a:endParaRPr>
          </a:p>
          <a:p>
            <a:pPr marL="0" marR="0" lvl="0" indent="0" algn="l" rtl="0">
              <a:spcBef>
                <a:spcPts val="0"/>
              </a:spcBef>
              <a:spcAft>
                <a:spcPts val="0"/>
              </a:spcAft>
              <a:buNone/>
            </a:pPr>
            <a:endParaRPr sz="1800" b="0" strike="noStrike" dirty="0">
              <a:solidFill>
                <a:srgbClr val="404040"/>
              </a:solidFill>
              <a:latin typeface="Trebuchet MS"/>
              <a:ea typeface="Trebuchet MS"/>
              <a:cs typeface="Trebuchet MS"/>
              <a:sym typeface="Trebuchet MS"/>
            </a:endParaRPr>
          </a:p>
          <a:p>
            <a:pPr marL="0" marR="0" lvl="0" indent="0" algn="l" rtl="0">
              <a:spcBef>
                <a:spcPts val="0"/>
              </a:spcBef>
              <a:spcAft>
                <a:spcPts val="0"/>
              </a:spcAft>
              <a:buNone/>
            </a:pPr>
            <a:endParaRPr sz="1800" b="0" strike="noStrike" dirty="0">
              <a:solidFill>
                <a:srgbClr val="404040"/>
              </a:solidFill>
              <a:latin typeface="Trebuchet MS"/>
              <a:ea typeface="Trebuchet MS"/>
              <a:cs typeface="Trebuchet MS"/>
              <a:sym typeface="Trebuchet M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42"/>
          <p:cNvSpPr txBox="1"/>
          <p:nvPr/>
        </p:nvSpPr>
        <p:spPr>
          <a:xfrm>
            <a:off x="707760" y="321480"/>
            <a:ext cx="8033284" cy="433080"/>
          </a:xfrm>
          <a:prstGeom prst="rect">
            <a:avLst/>
          </a:prstGeom>
          <a:noFill/>
          <a:ln>
            <a:noFill/>
          </a:ln>
        </p:spPr>
        <p:txBody>
          <a:bodyPr spcFirstLastPara="1" wrap="square" lIns="90000" tIns="45000" rIns="90000" bIns="45000" anchor="t" anchorCtr="0">
            <a:noAutofit/>
          </a:bodyPr>
          <a:lstStyle/>
          <a:p>
            <a:pPr marL="0" marR="0" lvl="0" indent="0" algn="ctr" rtl="0">
              <a:spcBef>
                <a:spcPts val="0"/>
              </a:spcBef>
              <a:spcAft>
                <a:spcPts val="0"/>
              </a:spcAft>
              <a:buNone/>
            </a:pPr>
            <a:r>
              <a:rPr lang="en-US" sz="2400" b="0" strike="noStrike" dirty="0">
                <a:solidFill>
                  <a:srgbClr val="90C226"/>
                </a:solidFill>
                <a:latin typeface="Times New Roman"/>
                <a:ea typeface="Times New Roman"/>
                <a:cs typeface="Times New Roman"/>
                <a:sym typeface="Times New Roman"/>
              </a:rPr>
              <a:t>ABSTRACT</a:t>
            </a:r>
            <a:endParaRPr sz="2400" b="0" strike="noStrike" dirty="0">
              <a:solidFill>
                <a:srgbClr val="000000"/>
              </a:solidFill>
              <a:latin typeface="Trebuchet MS"/>
              <a:ea typeface="Trebuchet MS"/>
              <a:cs typeface="Trebuchet MS"/>
              <a:sym typeface="Trebuchet MS"/>
            </a:endParaRPr>
          </a:p>
        </p:txBody>
      </p:sp>
      <p:sp>
        <p:nvSpPr>
          <p:cNvPr id="218" name="Google Shape;218;p42"/>
          <p:cNvSpPr txBox="1"/>
          <p:nvPr/>
        </p:nvSpPr>
        <p:spPr>
          <a:xfrm>
            <a:off x="339382" y="898902"/>
            <a:ext cx="7946280" cy="3855258"/>
          </a:xfrm>
          <a:prstGeom prst="rect">
            <a:avLst/>
          </a:prstGeom>
          <a:noFill/>
          <a:ln>
            <a:noFill/>
          </a:ln>
        </p:spPr>
        <p:txBody>
          <a:bodyPr spcFirstLastPara="1" wrap="square" lIns="90000" tIns="45000" rIns="90000" bIns="45000" anchor="t" anchorCtr="0">
            <a:noAutofit/>
          </a:bodyPr>
          <a:lstStyle/>
          <a:p>
            <a:pPr marL="285750" indent="-285750">
              <a:buFont typeface="Arial" panose="020B0604020202020204" pitchFamily="34" charset="0"/>
              <a:buChar char="•"/>
            </a:pPr>
            <a:r>
              <a:rPr lang="en-US" sz="1600" dirty="0"/>
              <a:t>The rapid growth of the mutual fund industry has increased the need for intelligent investment decision-making tools. Predicting mutual fund returns is challenging due to market volatility and complex financial factors. This project applies Machine Learning techniques to predict 1-Year mutual fund returns using historical data.</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The dataset includes features such as AUM, Expense Ratio, Risk Level, and past returns. After data preprocessing, regression models like Linear Regression and Random Forest were implemented. The models were evaluated using R² Score, MAE, and RMSE, where Linear Regression showed slightly better performance.</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This project demonstrates that Machine Learning can assist investors in making data-driven decisions, although predictions cannot guarantee future returns.</a:t>
            </a:r>
          </a:p>
          <a:p>
            <a:pPr marL="76320" marR="0" lvl="0" indent="0" algn="just" rtl="0">
              <a:lnSpc>
                <a:spcPct val="150000"/>
              </a:lnSpc>
              <a:spcBef>
                <a:spcPts val="0"/>
              </a:spcBef>
              <a:spcAft>
                <a:spcPts val="0"/>
              </a:spcAft>
              <a:buNone/>
            </a:pPr>
            <a:endParaRPr sz="1600" b="0" strike="noStrike" dirty="0">
              <a:solidFill>
                <a:srgbClr val="404040"/>
              </a:solidFill>
              <a:latin typeface="Trebuchet MS"/>
              <a:ea typeface="Trebuchet MS"/>
              <a:cs typeface="Trebuchet MS"/>
              <a:sym typeface="Trebuchet MS"/>
            </a:endParaRPr>
          </a:p>
        </p:txBody>
      </p:sp>
      <p:sp>
        <p:nvSpPr>
          <p:cNvPr id="219" name="Google Shape;219;p42"/>
          <p:cNvSpPr txBox="1"/>
          <p:nvPr/>
        </p:nvSpPr>
        <p:spPr>
          <a:xfrm>
            <a:off x="8404560" y="4673520"/>
            <a:ext cx="548280" cy="393120"/>
          </a:xfrm>
          <a:prstGeom prst="rect">
            <a:avLst/>
          </a:prstGeom>
          <a:noFill/>
          <a:ln>
            <a:noFill/>
          </a:ln>
        </p:spPr>
        <p:txBody>
          <a:bodyPr spcFirstLastPara="1" wrap="square" lIns="90000" tIns="45000" rIns="90000" bIns="45000" anchor="t" anchorCtr="0">
            <a:noAutofit/>
          </a:bodyPr>
          <a:lstStyle/>
          <a:p>
            <a:pPr marL="0" marR="0" lvl="0" indent="0" algn="r" rtl="0">
              <a:spcBef>
                <a:spcPts val="0"/>
              </a:spcBef>
              <a:spcAft>
                <a:spcPts val="0"/>
              </a:spcAft>
              <a:buNone/>
            </a:pPr>
            <a:fld id="{00000000-1234-1234-1234-123412341234}" type="slidenum">
              <a:rPr lang="en-US" sz="1350" b="0" strike="noStrike">
                <a:solidFill>
                  <a:srgbClr val="000000"/>
                </a:solidFill>
                <a:latin typeface="Trebuchet MS"/>
                <a:ea typeface="Trebuchet MS"/>
                <a:cs typeface="Trebuchet MS"/>
                <a:sym typeface="Trebuchet MS"/>
              </a:rPr>
              <a:t>3</a:t>
            </a:fld>
            <a:endParaRPr sz="1350" b="0" strike="noStrike">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43"/>
          <p:cNvSpPr txBox="1"/>
          <p:nvPr/>
        </p:nvSpPr>
        <p:spPr>
          <a:xfrm>
            <a:off x="707759" y="321480"/>
            <a:ext cx="7769813" cy="433080"/>
          </a:xfrm>
          <a:prstGeom prst="rect">
            <a:avLst/>
          </a:prstGeom>
          <a:noFill/>
          <a:ln>
            <a:noFill/>
          </a:ln>
        </p:spPr>
        <p:txBody>
          <a:bodyPr spcFirstLastPara="1" wrap="square" lIns="90000" tIns="45000" rIns="90000" bIns="45000" anchor="t" anchorCtr="0">
            <a:noAutofit/>
          </a:bodyPr>
          <a:lstStyle/>
          <a:p>
            <a:pPr marL="0" marR="0" lvl="0" indent="0" algn="ctr" rtl="0">
              <a:spcBef>
                <a:spcPts val="0"/>
              </a:spcBef>
              <a:spcAft>
                <a:spcPts val="0"/>
              </a:spcAft>
              <a:buNone/>
            </a:pPr>
            <a:r>
              <a:rPr lang="en-US" sz="2400" b="0" strike="noStrike" dirty="0">
                <a:solidFill>
                  <a:srgbClr val="90C226"/>
                </a:solidFill>
                <a:latin typeface="Times New Roman"/>
                <a:ea typeface="Times New Roman"/>
                <a:cs typeface="Times New Roman"/>
                <a:sym typeface="Times New Roman"/>
              </a:rPr>
              <a:t>INTRODUCTION</a:t>
            </a:r>
            <a:endParaRPr sz="2400" b="0" strike="noStrike" dirty="0">
              <a:solidFill>
                <a:srgbClr val="000000"/>
              </a:solidFill>
              <a:latin typeface="Trebuchet MS"/>
              <a:ea typeface="Trebuchet MS"/>
              <a:cs typeface="Trebuchet MS"/>
              <a:sym typeface="Trebuchet MS"/>
            </a:endParaRPr>
          </a:p>
        </p:txBody>
      </p:sp>
      <p:sp>
        <p:nvSpPr>
          <p:cNvPr id="225" name="Google Shape;225;p43"/>
          <p:cNvSpPr txBox="1"/>
          <p:nvPr/>
        </p:nvSpPr>
        <p:spPr>
          <a:xfrm>
            <a:off x="256680" y="1053884"/>
            <a:ext cx="8004600" cy="3351435"/>
          </a:xfrm>
          <a:prstGeom prst="rect">
            <a:avLst/>
          </a:prstGeom>
          <a:noFill/>
          <a:ln>
            <a:noFill/>
          </a:ln>
        </p:spPr>
        <p:txBody>
          <a:bodyPr spcFirstLastPara="1" wrap="square" lIns="90000" tIns="45000" rIns="90000" bIns="45000" anchor="t" anchorCtr="0">
            <a:noAutofit/>
          </a:bodyPr>
          <a:lstStyle/>
          <a:p>
            <a:pPr marL="285750" indent="-285750">
              <a:buFont typeface="Arial" panose="020B0604020202020204" pitchFamily="34" charset="0"/>
              <a:buChar char="•"/>
            </a:pPr>
            <a:r>
              <a:rPr lang="en-US" sz="1800" dirty="0"/>
              <a:t>Mutual funds are one of the most popular investment options in India.</a:t>
            </a:r>
          </a:p>
          <a:p>
            <a:endParaRPr lang="en-US" sz="1800" dirty="0"/>
          </a:p>
          <a:p>
            <a:pPr marL="285750" indent="-285750">
              <a:buFont typeface="Arial" panose="020B0604020202020204" pitchFamily="34" charset="0"/>
              <a:buChar char="•"/>
            </a:pPr>
            <a:r>
              <a:rPr lang="en-US" sz="1800" dirty="0"/>
              <a:t>Investors aim to select funds that provide higher returns.</a:t>
            </a:r>
          </a:p>
          <a:p>
            <a:endParaRPr lang="en-US" sz="1800" dirty="0"/>
          </a:p>
          <a:p>
            <a:pPr marL="285750" indent="-285750">
              <a:buFont typeface="Arial" panose="020B0604020202020204" pitchFamily="34" charset="0"/>
              <a:buChar char="•"/>
            </a:pPr>
            <a:r>
              <a:rPr lang="en-US" sz="1800" dirty="0"/>
              <a:t>Market conditions are dynamic and unpredictable.</a:t>
            </a:r>
          </a:p>
          <a:p>
            <a:endParaRPr lang="en-US" sz="1800" dirty="0"/>
          </a:p>
          <a:p>
            <a:pPr marL="285750" indent="-285750">
              <a:buFont typeface="Arial" panose="020B0604020202020204" pitchFamily="34" charset="0"/>
              <a:buChar char="•"/>
            </a:pPr>
            <a:r>
              <a:rPr lang="en-US" sz="1800" dirty="0"/>
              <a:t>Traditional analysis methods may not capture complex patterns.</a:t>
            </a:r>
          </a:p>
          <a:p>
            <a:endParaRPr lang="en-US" sz="1800" dirty="0"/>
          </a:p>
          <a:p>
            <a:pPr marL="285750" indent="-285750">
              <a:buFont typeface="Arial" panose="020B0604020202020204" pitchFamily="34" charset="0"/>
              <a:buChar char="•"/>
            </a:pPr>
            <a:r>
              <a:rPr lang="en-US" sz="1800" dirty="0"/>
              <a:t>Machine Learning can analyze historical data to predict future returns.</a:t>
            </a:r>
          </a:p>
          <a:p>
            <a:pPr marL="76320" marR="0" lvl="0" indent="0" algn="just" rtl="0">
              <a:lnSpc>
                <a:spcPct val="150000"/>
              </a:lnSpc>
              <a:spcBef>
                <a:spcPts val="751"/>
              </a:spcBef>
              <a:spcAft>
                <a:spcPts val="0"/>
              </a:spcAft>
              <a:buNone/>
            </a:pPr>
            <a:endParaRPr sz="1700" b="0" strike="noStrike" dirty="0">
              <a:solidFill>
                <a:srgbClr val="404040"/>
              </a:solidFill>
              <a:latin typeface="Trebuchet MS"/>
              <a:ea typeface="Trebuchet MS"/>
              <a:cs typeface="Trebuchet MS"/>
              <a:sym typeface="Trebuchet MS"/>
            </a:endParaRPr>
          </a:p>
        </p:txBody>
      </p:sp>
      <p:sp>
        <p:nvSpPr>
          <p:cNvPr id="226" name="Google Shape;226;p43"/>
          <p:cNvSpPr txBox="1"/>
          <p:nvPr/>
        </p:nvSpPr>
        <p:spPr>
          <a:xfrm>
            <a:off x="8404560" y="4673520"/>
            <a:ext cx="548280" cy="393120"/>
          </a:xfrm>
          <a:prstGeom prst="rect">
            <a:avLst/>
          </a:prstGeom>
          <a:noFill/>
          <a:ln>
            <a:noFill/>
          </a:ln>
        </p:spPr>
        <p:txBody>
          <a:bodyPr spcFirstLastPara="1" wrap="square" lIns="90000" tIns="45000" rIns="90000" bIns="45000" anchor="t" anchorCtr="0">
            <a:noAutofit/>
          </a:bodyPr>
          <a:lstStyle/>
          <a:p>
            <a:pPr marL="0" marR="0" lvl="0" indent="0" algn="r" rtl="0">
              <a:spcBef>
                <a:spcPts val="0"/>
              </a:spcBef>
              <a:spcAft>
                <a:spcPts val="0"/>
              </a:spcAft>
              <a:buNone/>
            </a:pPr>
            <a:fld id="{00000000-1234-1234-1234-123412341234}" type="slidenum">
              <a:rPr lang="en-US" sz="1350" b="0" strike="noStrike">
                <a:solidFill>
                  <a:srgbClr val="000000"/>
                </a:solidFill>
                <a:latin typeface="Trebuchet MS"/>
                <a:ea typeface="Trebuchet MS"/>
                <a:cs typeface="Trebuchet MS"/>
                <a:sym typeface="Trebuchet MS"/>
              </a:rPr>
              <a:t>4</a:t>
            </a:fld>
            <a:endParaRPr sz="1350" b="0" strike="noStrike">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44"/>
          <p:cNvSpPr/>
          <p:nvPr/>
        </p:nvSpPr>
        <p:spPr>
          <a:xfrm>
            <a:off x="2901240" y="140400"/>
            <a:ext cx="3082320" cy="46116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endParaRPr sz="1800" b="0" strike="noStrike">
              <a:latin typeface="Arial"/>
              <a:ea typeface="Arial"/>
              <a:cs typeface="Arial"/>
              <a:sym typeface="Arial"/>
            </a:endParaRPr>
          </a:p>
          <a:p>
            <a:pPr marL="0" marR="0" lvl="0" indent="0" algn="l" rtl="0">
              <a:lnSpc>
                <a:spcPct val="100000"/>
              </a:lnSpc>
              <a:spcBef>
                <a:spcPts val="0"/>
              </a:spcBef>
              <a:spcAft>
                <a:spcPts val="0"/>
              </a:spcAft>
              <a:buNone/>
            </a:pPr>
            <a:endParaRPr sz="1800" b="0" strike="noStrike">
              <a:latin typeface="Arial"/>
              <a:ea typeface="Arial"/>
              <a:cs typeface="Arial"/>
              <a:sym typeface="Arial"/>
            </a:endParaRPr>
          </a:p>
        </p:txBody>
      </p:sp>
      <p:sp>
        <p:nvSpPr>
          <p:cNvPr id="232" name="Google Shape;232;p44"/>
          <p:cNvSpPr/>
          <p:nvPr/>
        </p:nvSpPr>
        <p:spPr>
          <a:xfrm>
            <a:off x="289440" y="1604880"/>
            <a:ext cx="8157600" cy="3044880"/>
          </a:xfrm>
          <a:prstGeom prst="rect">
            <a:avLst/>
          </a:prstGeom>
          <a:noFill/>
          <a:ln>
            <a:noFill/>
          </a:ln>
        </p:spPr>
        <p:txBody>
          <a:bodyPr spcFirstLastPara="1" wrap="square" lIns="90000" tIns="45000" rIns="90000" bIns="45000" anchor="t" anchorCtr="0">
            <a:noAutofit/>
          </a:bodyPr>
          <a:lstStyle/>
          <a:p>
            <a:pPr marL="0" marR="0" lvl="0" indent="0" algn="just" rtl="0">
              <a:lnSpc>
                <a:spcPct val="100000"/>
              </a:lnSpc>
              <a:spcBef>
                <a:spcPts val="0"/>
              </a:spcBef>
              <a:spcAft>
                <a:spcPts val="0"/>
              </a:spcAft>
              <a:buNone/>
            </a:pPr>
            <a:endParaRPr sz="1800" b="0" strike="noStrike">
              <a:latin typeface="Arial"/>
              <a:ea typeface="Arial"/>
              <a:cs typeface="Arial"/>
              <a:sym typeface="Arial"/>
            </a:endParaRPr>
          </a:p>
          <a:p>
            <a:pPr marL="0" marR="0" lvl="0" indent="0" algn="just" rtl="0">
              <a:lnSpc>
                <a:spcPct val="100000"/>
              </a:lnSpc>
              <a:spcBef>
                <a:spcPts val="0"/>
              </a:spcBef>
              <a:spcAft>
                <a:spcPts val="0"/>
              </a:spcAft>
              <a:buNone/>
            </a:pPr>
            <a:endParaRPr sz="1800" b="0" strike="noStrike">
              <a:latin typeface="Arial"/>
              <a:ea typeface="Arial"/>
              <a:cs typeface="Arial"/>
              <a:sym typeface="Arial"/>
            </a:endParaRPr>
          </a:p>
          <a:p>
            <a:pPr marL="0" marR="0" lvl="0" indent="0" algn="just" rtl="0">
              <a:lnSpc>
                <a:spcPct val="100000"/>
              </a:lnSpc>
              <a:spcBef>
                <a:spcPts val="0"/>
              </a:spcBef>
              <a:spcAft>
                <a:spcPts val="0"/>
              </a:spcAft>
              <a:buNone/>
            </a:pPr>
            <a:endParaRPr sz="1800" b="0" strike="noStrike">
              <a:latin typeface="Arial"/>
              <a:ea typeface="Arial"/>
              <a:cs typeface="Arial"/>
              <a:sym typeface="Arial"/>
            </a:endParaRPr>
          </a:p>
        </p:txBody>
      </p:sp>
      <p:sp>
        <p:nvSpPr>
          <p:cNvPr id="233" name="Google Shape;233;p44"/>
          <p:cNvSpPr txBox="1"/>
          <p:nvPr/>
        </p:nvSpPr>
        <p:spPr>
          <a:xfrm>
            <a:off x="658080" y="354600"/>
            <a:ext cx="6129720" cy="433080"/>
          </a:xfrm>
          <a:prstGeom prst="rect">
            <a:avLst/>
          </a:prstGeom>
          <a:noFill/>
          <a:ln>
            <a:noFill/>
          </a:ln>
        </p:spPr>
        <p:txBody>
          <a:bodyPr spcFirstLastPara="1" wrap="square" lIns="90000" tIns="45000" rIns="90000" bIns="45000" anchor="t" anchorCtr="0">
            <a:noAutofit/>
          </a:bodyPr>
          <a:lstStyle/>
          <a:p>
            <a:pPr marL="0" marR="0" lvl="0" indent="0" algn="ctr" rtl="0">
              <a:spcBef>
                <a:spcPts val="0"/>
              </a:spcBef>
              <a:spcAft>
                <a:spcPts val="0"/>
              </a:spcAft>
              <a:buNone/>
            </a:pPr>
            <a:r>
              <a:rPr lang="en-US" sz="2400" b="0" strike="noStrike">
                <a:solidFill>
                  <a:srgbClr val="90C226"/>
                </a:solidFill>
                <a:latin typeface="Times New Roman"/>
                <a:ea typeface="Times New Roman"/>
                <a:cs typeface="Times New Roman"/>
                <a:sym typeface="Times New Roman"/>
              </a:rPr>
              <a:t>COMPANY PROFILE</a:t>
            </a:r>
            <a:endParaRPr sz="2400" b="0" strike="noStrike">
              <a:solidFill>
                <a:srgbClr val="000000"/>
              </a:solidFill>
              <a:latin typeface="Trebuchet MS"/>
              <a:ea typeface="Trebuchet MS"/>
              <a:cs typeface="Trebuchet MS"/>
              <a:sym typeface="Trebuchet MS"/>
            </a:endParaRPr>
          </a:p>
        </p:txBody>
      </p:sp>
      <p:sp>
        <p:nvSpPr>
          <p:cNvPr id="234" name="Google Shape;234;p44"/>
          <p:cNvSpPr txBox="1"/>
          <p:nvPr/>
        </p:nvSpPr>
        <p:spPr>
          <a:xfrm>
            <a:off x="447480" y="993240"/>
            <a:ext cx="7278840" cy="3920400"/>
          </a:xfrm>
          <a:prstGeom prst="rect">
            <a:avLst/>
          </a:prstGeom>
          <a:noFill/>
          <a:ln>
            <a:noFill/>
          </a:ln>
        </p:spPr>
        <p:txBody>
          <a:bodyPr spcFirstLastPara="1" wrap="square" lIns="90000" tIns="45000" rIns="90000" bIns="45000" anchor="t" anchorCtr="0">
            <a:noAutofit/>
          </a:bodyPr>
          <a:lstStyle/>
          <a:p>
            <a:pPr marL="257040" marR="0" lvl="0" indent="-256680" algn="just" rtl="0">
              <a:spcBef>
                <a:spcPts val="0"/>
              </a:spcBef>
              <a:spcAft>
                <a:spcPts val="0"/>
              </a:spcAft>
              <a:buClr>
                <a:srgbClr val="000000"/>
              </a:buClr>
              <a:buSzPts val="1440"/>
              <a:buFont typeface="Arial"/>
              <a:buChar char="•"/>
            </a:pPr>
            <a:r>
              <a:rPr lang="en-US" sz="1800" b="0" strike="noStrike" dirty="0">
                <a:solidFill>
                  <a:srgbClr val="404040"/>
                </a:solidFill>
                <a:latin typeface="Times New Roman"/>
                <a:ea typeface="Times New Roman"/>
                <a:cs typeface="Times New Roman"/>
                <a:sym typeface="Times New Roman"/>
              </a:rPr>
              <a:t>Name : PRINSTON SMART ENGINEERS</a:t>
            </a:r>
            <a:endParaRPr sz="1800" b="0" strike="noStrike" dirty="0">
              <a:solidFill>
                <a:srgbClr val="404040"/>
              </a:solidFill>
              <a:latin typeface="Trebuchet MS"/>
              <a:ea typeface="Trebuchet MS"/>
              <a:cs typeface="Trebuchet MS"/>
              <a:sym typeface="Trebuchet MS"/>
            </a:endParaRPr>
          </a:p>
          <a:p>
            <a:pPr marL="257040" marR="0" lvl="0" indent="-256680" algn="just" rtl="0">
              <a:spcBef>
                <a:spcPts val="1001"/>
              </a:spcBef>
              <a:spcAft>
                <a:spcPts val="0"/>
              </a:spcAft>
              <a:buClr>
                <a:srgbClr val="000000"/>
              </a:buClr>
              <a:buSzPts val="1440"/>
              <a:buFont typeface="Arial"/>
              <a:buChar char="•"/>
            </a:pPr>
            <a:r>
              <a:rPr lang="en-US" sz="1800" b="0" strike="noStrike" dirty="0">
                <a:solidFill>
                  <a:srgbClr val="404040"/>
                </a:solidFill>
                <a:latin typeface="Times New Roman"/>
                <a:ea typeface="Times New Roman"/>
                <a:cs typeface="Times New Roman"/>
                <a:sym typeface="Times New Roman"/>
              </a:rPr>
              <a:t>Main office : Vishnuvardhan Statue Rd, Vishwa Priya Nagar, Begur,      Bengaluru, Karnataka, 560068</a:t>
            </a:r>
            <a:endParaRPr sz="1800" b="0" strike="noStrike" dirty="0">
              <a:solidFill>
                <a:srgbClr val="404040"/>
              </a:solidFill>
              <a:latin typeface="Trebuchet MS"/>
              <a:ea typeface="Trebuchet MS"/>
              <a:cs typeface="Trebuchet MS"/>
              <a:sym typeface="Trebuchet MS"/>
            </a:endParaRPr>
          </a:p>
          <a:p>
            <a:pPr marL="257040" marR="0" lvl="0" indent="-256680" algn="just" rtl="0">
              <a:spcBef>
                <a:spcPts val="1001"/>
              </a:spcBef>
              <a:spcAft>
                <a:spcPts val="0"/>
              </a:spcAft>
              <a:buClr>
                <a:srgbClr val="000000"/>
              </a:buClr>
              <a:buSzPts val="1440"/>
              <a:buFont typeface="Arial"/>
              <a:buChar char="•"/>
            </a:pPr>
            <a:r>
              <a:rPr lang="en-US" sz="1800" b="0" strike="noStrike" dirty="0">
                <a:solidFill>
                  <a:srgbClr val="404040"/>
                </a:solidFill>
                <a:latin typeface="Times New Roman"/>
                <a:ea typeface="Times New Roman"/>
                <a:cs typeface="Times New Roman"/>
                <a:sym typeface="Times New Roman"/>
              </a:rPr>
              <a:t>Phone : 9513106196</a:t>
            </a:r>
            <a:endParaRPr sz="1800" b="0" strike="noStrike" dirty="0">
              <a:solidFill>
                <a:srgbClr val="404040"/>
              </a:solidFill>
              <a:latin typeface="Trebuchet MS"/>
              <a:ea typeface="Trebuchet MS"/>
              <a:cs typeface="Trebuchet MS"/>
              <a:sym typeface="Trebuchet MS"/>
            </a:endParaRPr>
          </a:p>
          <a:p>
            <a:pPr marL="257040" marR="0" lvl="0" indent="-256680" algn="just" rtl="0">
              <a:spcBef>
                <a:spcPts val="1001"/>
              </a:spcBef>
              <a:spcAft>
                <a:spcPts val="0"/>
              </a:spcAft>
              <a:buClr>
                <a:srgbClr val="000000"/>
              </a:buClr>
              <a:buSzPts val="1440"/>
              <a:buFont typeface="Arial"/>
              <a:buChar char="•"/>
            </a:pPr>
            <a:r>
              <a:rPr lang="en-US" sz="1800" b="0" strike="noStrike" dirty="0">
                <a:solidFill>
                  <a:srgbClr val="404040"/>
                </a:solidFill>
                <a:latin typeface="Times New Roman"/>
                <a:ea typeface="Times New Roman"/>
                <a:cs typeface="Times New Roman"/>
                <a:sym typeface="Times New Roman"/>
              </a:rPr>
              <a:t>Email : Prinston.Smart@gmail.com</a:t>
            </a:r>
            <a:endParaRPr sz="1800" b="0" strike="noStrike" dirty="0">
              <a:solidFill>
                <a:srgbClr val="404040"/>
              </a:solidFill>
              <a:latin typeface="Trebuchet MS"/>
              <a:ea typeface="Trebuchet MS"/>
              <a:cs typeface="Trebuchet MS"/>
              <a:sym typeface="Trebuchet MS"/>
            </a:endParaRPr>
          </a:p>
          <a:p>
            <a:pPr marL="257040" marR="0" lvl="0" indent="-256680" algn="just" rtl="0">
              <a:spcBef>
                <a:spcPts val="1001"/>
              </a:spcBef>
              <a:spcAft>
                <a:spcPts val="0"/>
              </a:spcAft>
              <a:buClr>
                <a:srgbClr val="000000"/>
              </a:buClr>
              <a:buSzPts val="1440"/>
              <a:buFont typeface="Arial"/>
              <a:buChar char="•"/>
            </a:pPr>
            <a:r>
              <a:rPr lang="en-US" sz="1800" b="0" strike="noStrike" dirty="0">
                <a:solidFill>
                  <a:srgbClr val="404040"/>
                </a:solidFill>
                <a:latin typeface="Times New Roman"/>
                <a:ea typeface="Times New Roman"/>
                <a:cs typeface="Times New Roman"/>
                <a:sym typeface="Times New Roman"/>
              </a:rPr>
              <a:t>Contact Person: Mrs. Farheen Farhath (Managing Director)</a:t>
            </a:r>
            <a:endParaRPr sz="1800" b="0" strike="noStrike" dirty="0">
              <a:solidFill>
                <a:srgbClr val="404040"/>
              </a:solidFill>
              <a:latin typeface="Trebuchet MS"/>
              <a:ea typeface="Trebuchet MS"/>
              <a:cs typeface="Trebuchet MS"/>
              <a:sym typeface="Trebuchet MS"/>
            </a:endParaRPr>
          </a:p>
          <a:p>
            <a:pPr marL="257040" lvl="0" indent="-256680" algn="just">
              <a:spcBef>
                <a:spcPts val="1001"/>
              </a:spcBef>
              <a:buSzPts val="1440"/>
              <a:buFont typeface="Arial"/>
              <a:buChar char="•"/>
            </a:pPr>
            <a:r>
              <a:rPr lang="en-US" sz="1800" dirty="0"/>
              <a:t>Year </a:t>
            </a:r>
            <a:r>
              <a:rPr lang="en-US" sz="1800" dirty="0">
                <a:latin typeface="Times New Roman" panose="02020603050405020304" pitchFamily="18" charset="0"/>
                <a:cs typeface="Times New Roman" panose="02020603050405020304" pitchFamily="18" charset="0"/>
              </a:rPr>
              <a:t>Established</a:t>
            </a:r>
            <a:r>
              <a:rPr lang="en-US" sz="1800" dirty="0"/>
              <a:t> : 2004</a:t>
            </a:r>
          </a:p>
          <a:p>
            <a:pPr marL="257040" lvl="0" indent="-256680" algn="just">
              <a:spcBef>
                <a:spcPts val="1001"/>
              </a:spcBef>
              <a:buSzPts val="1440"/>
              <a:buFont typeface="Arial"/>
              <a:buChar char="•"/>
            </a:pPr>
            <a:r>
              <a:rPr lang="en-US" sz="1800" b="0" strike="noStrike" dirty="0">
                <a:solidFill>
                  <a:srgbClr val="404040"/>
                </a:solidFill>
                <a:latin typeface="Times New Roman"/>
                <a:ea typeface="Times New Roman"/>
                <a:cs typeface="Times New Roman"/>
                <a:sym typeface="Times New Roman"/>
              </a:rPr>
              <a:t>Company category : IT Software/ Embedded</a:t>
            </a:r>
            <a:endParaRPr sz="1800" b="0" strike="noStrike" dirty="0">
              <a:solidFill>
                <a:srgbClr val="404040"/>
              </a:solidFill>
              <a:latin typeface="Trebuchet MS"/>
              <a:ea typeface="Trebuchet MS"/>
              <a:cs typeface="Trebuchet MS"/>
              <a:sym typeface="Trebuchet MS"/>
            </a:endParaRPr>
          </a:p>
          <a:p>
            <a:pPr marL="0" marR="0" lvl="0" indent="0" algn="l" rtl="0">
              <a:spcBef>
                <a:spcPts val="0"/>
              </a:spcBef>
              <a:spcAft>
                <a:spcPts val="0"/>
              </a:spcAft>
              <a:buNone/>
            </a:pPr>
            <a:endParaRPr sz="1800" b="0" strike="noStrike" dirty="0">
              <a:solidFill>
                <a:srgbClr val="404040"/>
              </a:solidFill>
              <a:latin typeface="Trebuchet MS"/>
              <a:ea typeface="Trebuchet MS"/>
              <a:cs typeface="Trebuchet MS"/>
              <a:sym typeface="Trebuchet MS"/>
            </a:endParaRPr>
          </a:p>
        </p:txBody>
      </p:sp>
      <p:pic>
        <p:nvPicPr>
          <p:cNvPr id="235" name="Google Shape;235;p44"/>
          <p:cNvPicPr preferRelativeResize="0"/>
          <p:nvPr/>
        </p:nvPicPr>
        <p:blipFill rotWithShape="1">
          <a:blip r:embed="rId3">
            <a:alphaModFix/>
          </a:blip>
          <a:srcRect/>
          <a:stretch/>
        </p:blipFill>
        <p:spPr>
          <a:xfrm>
            <a:off x="5589720" y="3711960"/>
            <a:ext cx="2857320" cy="87588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1"/>
                                        </p:tgtEl>
                                        <p:attrNameLst>
                                          <p:attrName>style.visibility</p:attrName>
                                        </p:attrNameLst>
                                      </p:cBhvr>
                                      <p:to>
                                        <p:strVal val="visible"/>
                                      </p:to>
                                    </p:set>
                                    <p:animEffect transition="in" filter="fade">
                                      <p:cBhvr>
                                        <p:cTn id="7" dur="1000"/>
                                        <p:tgtEl>
                                          <p:spTgt spid="2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45"/>
          <p:cNvSpPr txBox="1"/>
          <p:nvPr/>
        </p:nvSpPr>
        <p:spPr>
          <a:xfrm>
            <a:off x="707759" y="321480"/>
            <a:ext cx="7545087" cy="433080"/>
          </a:xfrm>
          <a:prstGeom prst="rect">
            <a:avLst/>
          </a:prstGeom>
          <a:noFill/>
          <a:ln>
            <a:noFill/>
          </a:ln>
        </p:spPr>
        <p:txBody>
          <a:bodyPr spcFirstLastPara="1" wrap="square" lIns="90000" tIns="45000" rIns="90000" bIns="45000" anchor="t" anchorCtr="0">
            <a:noAutofit/>
          </a:bodyPr>
          <a:lstStyle/>
          <a:p>
            <a:pPr marL="0" marR="0" lvl="0" indent="0" algn="ctr" rtl="0">
              <a:spcBef>
                <a:spcPts val="0"/>
              </a:spcBef>
              <a:spcAft>
                <a:spcPts val="0"/>
              </a:spcAft>
              <a:buNone/>
            </a:pPr>
            <a:r>
              <a:rPr lang="en-US" sz="2400" b="0" strike="noStrike">
                <a:solidFill>
                  <a:srgbClr val="90C226"/>
                </a:solidFill>
                <a:latin typeface="Times New Roman"/>
                <a:ea typeface="Times New Roman"/>
                <a:cs typeface="Times New Roman"/>
                <a:sym typeface="Times New Roman"/>
              </a:rPr>
              <a:t>PROBLEM STATEMENT</a:t>
            </a:r>
            <a:endParaRPr sz="2400" b="0" strike="noStrike">
              <a:solidFill>
                <a:srgbClr val="000000"/>
              </a:solidFill>
              <a:latin typeface="Trebuchet MS"/>
              <a:ea typeface="Trebuchet MS"/>
              <a:cs typeface="Trebuchet MS"/>
              <a:sym typeface="Trebuchet MS"/>
            </a:endParaRPr>
          </a:p>
        </p:txBody>
      </p:sp>
      <p:sp>
        <p:nvSpPr>
          <p:cNvPr id="241" name="Google Shape;241;p45"/>
          <p:cNvSpPr txBox="1"/>
          <p:nvPr/>
        </p:nvSpPr>
        <p:spPr>
          <a:xfrm>
            <a:off x="303175" y="984142"/>
            <a:ext cx="7886520" cy="3484898"/>
          </a:xfrm>
          <a:prstGeom prst="rect">
            <a:avLst/>
          </a:prstGeom>
          <a:noFill/>
          <a:ln>
            <a:noFill/>
          </a:ln>
        </p:spPr>
        <p:txBody>
          <a:bodyPr spcFirstLastPara="1" wrap="square" lIns="90000" tIns="45000" rIns="90000" bIns="45000" anchor="t" anchorCtr="0">
            <a:noAutofit/>
          </a:bodyPr>
          <a:lstStyle/>
          <a:p>
            <a:pPr marL="76320" lvl="0" algn="just">
              <a:lnSpc>
                <a:spcPct val="150000"/>
              </a:lnSpc>
            </a:pPr>
            <a:r>
              <a:rPr lang="en-US" sz="1600" dirty="0"/>
              <a:t>Investors often face significant challenges in identifying high-performing mutual funds due to the large number of available schemes and constantly changing market conditions. Market volatility, economic fluctuations, and complex financial indicators make return prediction highly uncertain and difficult. Relying solely on past performance is not always reliable, as historical returns do not guarantee future success. Therefore, there is a strong need for a predictive system that utilizes Machine Learning techniques to analyze historical data, identify hidden patterns, and provide more accurate and data-driven return estimations.</a:t>
            </a:r>
            <a:endParaRPr sz="1600" b="0" strike="noStrike" dirty="0">
              <a:solidFill>
                <a:srgbClr val="404040"/>
              </a:solidFill>
              <a:latin typeface="Trebuchet MS"/>
              <a:ea typeface="Trebuchet MS"/>
              <a:cs typeface="Trebuchet MS"/>
              <a:sym typeface="Trebuchet MS"/>
            </a:endParaRPr>
          </a:p>
        </p:txBody>
      </p:sp>
      <p:sp>
        <p:nvSpPr>
          <p:cNvPr id="242" name="Google Shape;242;p45"/>
          <p:cNvSpPr txBox="1"/>
          <p:nvPr/>
        </p:nvSpPr>
        <p:spPr>
          <a:xfrm>
            <a:off x="8404560" y="4673520"/>
            <a:ext cx="548280" cy="393120"/>
          </a:xfrm>
          <a:prstGeom prst="rect">
            <a:avLst/>
          </a:prstGeom>
          <a:noFill/>
          <a:ln>
            <a:noFill/>
          </a:ln>
        </p:spPr>
        <p:txBody>
          <a:bodyPr spcFirstLastPara="1" wrap="square" lIns="90000" tIns="45000" rIns="90000" bIns="45000" anchor="t" anchorCtr="0">
            <a:noAutofit/>
          </a:bodyPr>
          <a:lstStyle/>
          <a:p>
            <a:pPr marL="0" marR="0" lvl="0" indent="0" algn="r" rtl="0">
              <a:spcBef>
                <a:spcPts val="0"/>
              </a:spcBef>
              <a:spcAft>
                <a:spcPts val="0"/>
              </a:spcAft>
              <a:buNone/>
            </a:pPr>
            <a:fld id="{00000000-1234-1234-1234-123412341234}" type="slidenum">
              <a:rPr lang="en-US" sz="1350" b="0" strike="noStrike">
                <a:solidFill>
                  <a:srgbClr val="000000"/>
                </a:solidFill>
                <a:latin typeface="Trebuchet MS"/>
                <a:ea typeface="Trebuchet MS"/>
                <a:cs typeface="Trebuchet MS"/>
                <a:sym typeface="Trebuchet MS"/>
              </a:rPr>
              <a:t>6</a:t>
            </a:fld>
            <a:endParaRPr sz="1350" b="0" strike="noStrike">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46"/>
          <p:cNvSpPr txBox="1"/>
          <p:nvPr/>
        </p:nvSpPr>
        <p:spPr>
          <a:xfrm>
            <a:off x="707760" y="321480"/>
            <a:ext cx="6129720" cy="433080"/>
          </a:xfrm>
          <a:prstGeom prst="rect">
            <a:avLst/>
          </a:prstGeom>
          <a:noFill/>
          <a:ln>
            <a:noFill/>
          </a:ln>
        </p:spPr>
        <p:txBody>
          <a:bodyPr spcFirstLastPara="1" wrap="square" lIns="90000" tIns="45000" rIns="90000" bIns="45000" anchor="t" anchorCtr="0">
            <a:noAutofit/>
          </a:bodyPr>
          <a:lstStyle/>
          <a:p>
            <a:pPr marL="0" marR="0" lvl="0" indent="0" algn="ctr" rtl="0">
              <a:spcBef>
                <a:spcPts val="0"/>
              </a:spcBef>
              <a:spcAft>
                <a:spcPts val="0"/>
              </a:spcAft>
              <a:buNone/>
            </a:pPr>
            <a:r>
              <a:rPr lang="en-US" sz="2400" b="0" strike="noStrike" dirty="0">
                <a:solidFill>
                  <a:srgbClr val="90C226"/>
                </a:solidFill>
                <a:latin typeface="Times New Roman"/>
                <a:ea typeface="Times New Roman"/>
                <a:cs typeface="Times New Roman"/>
                <a:sym typeface="Times New Roman"/>
              </a:rPr>
              <a:t>OBJECTIVES</a:t>
            </a:r>
            <a:endParaRPr sz="2400" b="0" strike="noStrike" dirty="0">
              <a:solidFill>
                <a:srgbClr val="000000"/>
              </a:solidFill>
              <a:latin typeface="Trebuchet MS"/>
              <a:ea typeface="Trebuchet MS"/>
              <a:cs typeface="Trebuchet MS"/>
              <a:sym typeface="Trebuchet MS"/>
            </a:endParaRPr>
          </a:p>
        </p:txBody>
      </p:sp>
      <p:sp>
        <p:nvSpPr>
          <p:cNvPr id="248" name="Google Shape;248;p46"/>
          <p:cNvSpPr txBox="1"/>
          <p:nvPr/>
        </p:nvSpPr>
        <p:spPr>
          <a:xfrm>
            <a:off x="431640" y="931369"/>
            <a:ext cx="8004600" cy="3667680"/>
          </a:xfrm>
          <a:prstGeom prst="rect">
            <a:avLst/>
          </a:prstGeom>
          <a:noFill/>
          <a:ln>
            <a:noFill/>
          </a:ln>
        </p:spPr>
        <p:txBody>
          <a:bodyPr spcFirstLastPara="1" wrap="square" lIns="90000" tIns="45000" rIns="90000" bIns="45000" anchor="t" anchorCtr="0">
            <a:noAutofit/>
          </a:bodyPr>
          <a:lstStyle/>
          <a:p>
            <a:pPr marL="362070" lvl="0" indent="-285750" algn="just">
              <a:lnSpc>
                <a:spcPct val="150000"/>
              </a:lnSpc>
              <a:buFont typeface="Arial" panose="020B0604020202020204" pitchFamily="34" charset="0"/>
              <a:buChar char="•"/>
            </a:pPr>
            <a:r>
              <a:rPr lang="en-US" sz="1600" b="1" dirty="0"/>
              <a:t>Analyze historical mutual fund data</a:t>
            </a:r>
            <a:r>
              <a:rPr lang="en-US" sz="1600" dirty="0"/>
              <a:t> to identify trends and important factors affecting returns.</a:t>
            </a:r>
          </a:p>
          <a:p>
            <a:pPr marL="362070" lvl="0" indent="-285750" algn="just">
              <a:lnSpc>
                <a:spcPct val="150000"/>
              </a:lnSpc>
              <a:buFont typeface="Arial" panose="020B0604020202020204" pitchFamily="34" charset="0"/>
              <a:buChar char="•"/>
            </a:pPr>
            <a:r>
              <a:rPr lang="en-US" sz="1600" b="1" dirty="0"/>
              <a:t>Perform data cleaning and preprocessing</a:t>
            </a:r>
            <a:r>
              <a:rPr lang="en-US" sz="1600" dirty="0"/>
              <a:t>, including handling missing values, encoding categorical variables, and scaling features.</a:t>
            </a:r>
          </a:p>
          <a:p>
            <a:pPr marL="362070" lvl="0" indent="-285750" algn="just">
              <a:lnSpc>
                <a:spcPct val="150000"/>
              </a:lnSpc>
              <a:buFont typeface="Arial" panose="020B0604020202020204" pitchFamily="34" charset="0"/>
              <a:buChar char="•"/>
            </a:pPr>
            <a:r>
              <a:rPr lang="en-US" sz="1600" b="1" dirty="0"/>
              <a:t>Apply regression models </a:t>
            </a:r>
            <a:r>
              <a:rPr lang="en-US" sz="1600" dirty="0"/>
              <a:t>such as Linear Regression and </a:t>
            </a:r>
            <a:r>
              <a:rPr lang="en-US" sz="1600"/>
              <a:t>Random Forest </a:t>
            </a:r>
            <a:r>
              <a:rPr lang="en-US" sz="1600" dirty="0"/>
              <a:t>to predict 1-Year returns.</a:t>
            </a:r>
          </a:p>
          <a:p>
            <a:pPr marL="362070" lvl="0" indent="-285750" algn="just">
              <a:lnSpc>
                <a:spcPct val="150000"/>
              </a:lnSpc>
              <a:buFont typeface="Arial" panose="020B0604020202020204" pitchFamily="34" charset="0"/>
              <a:buChar char="•"/>
            </a:pPr>
            <a:r>
              <a:rPr lang="en-US" sz="1600" b="1" dirty="0"/>
              <a:t>Evaluate model performance </a:t>
            </a:r>
            <a:r>
              <a:rPr lang="en-US" sz="1600" dirty="0"/>
              <a:t>using </a:t>
            </a:r>
            <a:r>
              <a:rPr lang="en-US" altLang="en-US" sz="1600" dirty="0">
                <a:solidFill>
                  <a:schemeClr val="tx1"/>
                </a:solidFill>
                <a:latin typeface="Arial" panose="020B0604020202020204" pitchFamily="34" charset="0"/>
              </a:rPr>
              <a:t>R² Score MAE, and RMSE.</a:t>
            </a:r>
          </a:p>
          <a:p>
            <a:pPr marL="362070" lvl="0" indent="-285750" algn="just">
              <a:lnSpc>
                <a:spcPct val="150000"/>
              </a:lnSpc>
              <a:buFont typeface="Arial" panose="020B0604020202020204" pitchFamily="34" charset="0"/>
              <a:buChar char="•"/>
            </a:pPr>
            <a:r>
              <a:rPr lang="en-US" sz="1600" b="1" dirty="0"/>
              <a:t>Select the best-performing model</a:t>
            </a:r>
            <a:r>
              <a:rPr lang="en-US" sz="1600" dirty="0"/>
              <a:t> based on accuracy and overall performance.</a:t>
            </a:r>
            <a:endParaRPr lang="en-US" altLang="en-US" sz="1600" dirty="0">
              <a:solidFill>
                <a:schemeClr val="tx1"/>
              </a:solidFill>
              <a:latin typeface="Arial" panose="020B0604020202020204" pitchFamily="34" charset="0"/>
            </a:endParaRPr>
          </a:p>
          <a:p>
            <a:pPr marL="362070" lvl="0" indent="-285750" algn="just">
              <a:lnSpc>
                <a:spcPct val="150000"/>
              </a:lnSpc>
              <a:buFont typeface="Arial" panose="020B0604020202020204" pitchFamily="34" charset="0"/>
              <a:buChar char="•"/>
            </a:pPr>
            <a:endParaRPr lang="en-US" sz="1600" dirty="0"/>
          </a:p>
          <a:p>
            <a:pPr marL="362070" lvl="0" indent="-285750" algn="just">
              <a:lnSpc>
                <a:spcPct val="150000"/>
              </a:lnSpc>
              <a:buFont typeface="Arial" panose="020B0604020202020204" pitchFamily="34" charset="0"/>
              <a:buChar char="•"/>
            </a:pPr>
            <a:endParaRPr lang="en-US" sz="1600" dirty="0"/>
          </a:p>
          <a:p>
            <a:pPr marL="362070" lvl="0" indent="-285750" algn="just">
              <a:lnSpc>
                <a:spcPct val="150000"/>
              </a:lnSpc>
              <a:buFont typeface="Arial" panose="020B0604020202020204" pitchFamily="34" charset="0"/>
              <a:buChar char="•"/>
            </a:pPr>
            <a:endParaRPr lang="en-US" sz="1600" dirty="0"/>
          </a:p>
          <a:p>
            <a:pPr marL="362070" lvl="0" indent="-285750" algn="just">
              <a:lnSpc>
                <a:spcPct val="150000"/>
              </a:lnSpc>
              <a:buFont typeface="Arial" panose="020B0604020202020204" pitchFamily="34" charset="0"/>
              <a:buChar char="•"/>
            </a:pPr>
            <a:endParaRPr lang="en-US" sz="1600" dirty="0"/>
          </a:p>
          <a:p>
            <a:pPr marL="362070" lvl="0" indent="-285750" algn="just">
              <a:lnSpc>
                <a:spcPct val="150000"/>
              </a:lnSpc>
              <a:buFont typeface="Arial" panose="020B0604020202020204" pitchFamily="34" charset="0"/>
              <a:buChar char="•"/>
            </a:pPr>
            <a:endParaRPr lang="en-US" sz="1600" dirty="0"/>
          </a:p>
          <a:p>
            <a:pPr marL="362070" lvl="0" indent="-285750" algn="just">
              <a:lnSpc>
                <a:spcPct val="150000"/>
              </a:lnSpc>
              <a:buFont typeface="Arial" panose="020B0604020202020204" pitchFamily="34" charset="0"/>
              <a:buChar char="•"/>
            </a:pPr>
            <a:endParaRPr lang="en-US" sz="1600" dirty="0"/>
          </a:p>
          <a:p>
            <a:pPr marL="362070" lvl="0" indent="-285750" algn="just">
              <a:lnSpc>
                <a:spcPct val="150000"/>
              </a:lnSpc>
              <a:buFont typeface="Arial" panose="020B0604020202020204" pitchFamily="34" charset="0"/>
              <a:buChar char="•"/>
            </a:pPr>
            <a:endParaRPr lang="en-US" sz="1600" b="1" dirty="0"/>
          </a:p>
          <a:p>
            <a:pPr marL="362070" lvl="0" indent="-285750" algn="just">
              <a:lnSpc>
                <a:spcPct val="150000"/>
              </a:lnSpc>
              <a:buFont typeface="Arial" panose="020B0604020202020204" pitchFamily="34" charset="0"/>
              <a:buChar char="•"/>
            </a:pPr>
            <a:endParaRPr lang="en-US" sz="1500" b="0" strike="noStrike" dirty="0">
              <a:solidFill>
                <a:srgbClr val="404040"/>
              </a:solidFill>
              <a:latin typeface="Trebuchet MS"/>
              <a:ea typeface="Trebuchet MS"/>
              <a:cs typeface="Trebuchet MS"/>
              <a:sym typeface="Trebuchet MS"/>
            </a:endParaRPr>
          </a:p>
          <a:p>
            <a:pPr marL="76320" marR="0" lvl="0" indent="0" algn="just" rtl="0">
              <a:lnSpc>
                <a:spcPct val="150000"/>
              </a:lnSpc>
              <a:spcBef>
                <a:spcPts val="751"/>
              </a:spcBef>
              <a:spcAft>
                <a:spcPts val="0"/>
              </a:spcAft>
              <a:buNone/>
            </a:pPr>
            <a:endParaRPr lang="en-US" sz="1500" b="0" strike="noStrike" dirty="0">
              <a:solidFill>
                <a:srgbClr val="404040"/>
              </a:solidFill>
              <a:latin typeface="Trebuchet MS"/>
              <a:ea typeface="Trebuchet MS"/>
              <a:cs typeface="Trebuchet MS"/>
              <a:sym typeface="Trebuchet MS"/>
            </a:endParaRPr>
          </a:p>
          <a:p>
            <a:pPr marL="76320" marR="0" lvl="0" indent="0" algn="just" rtl="0">
              <a:lnSpc>
                <a:spcPct val="150000"/>
              </a:lnSpc>
              <a:spcBef>
                <a:spcPts val="751"/>
              </a:spcBef>
              <a:spcAft>
                <a:spcPts val="0"/>
              </a:spcAft>
              <a:buNone/>
            </a:pPr>
            <a:endParaRPr sz="1500" b="0" strike="noStrike" dirty="0">
              <a:solidFill>
                <a:srgbClr val="404040"/>
              </a:solidFill>
              <a:latin typeface="Trebuchet MS"/>
              <a:ea typeface="Trebuchet MS"/>
              <a:cs typeface="Trebuchet MS"/>
              <a:sym typeface="Trebuchet MS"/>
            </a:endParaRPr>
          </a:p>
          <a:p>
            <a:pPr marL="76320" marR="0" lvl="0" indent="0" algn="just" rtl="0">
              <a:lnSpc>
                <a:spcPct val="150000"/>
              </a:lnSpc>
              <a:spcBef>
                <a:spcPts val="751"/>
              </a:spcBef>
              <a:spcAft>
                <a:spcPts val="0"/>
              </a:spcAft>
              <a:buNone/>
            </a:pPr>
            <a:endParaRPr sz="1500" b="0" strike="noStrike" dirty="0">
              <a:solidFill>
                <a:srgbClr val="404040"/>
              </a:solidFill>
              <a:latin typeface="Trebuchet MS"/>
              <a:ea typeface="Trebuchet MS"/>
              <a:cs typeface="Trebuchet MS"/>
              <a:sym typeface="Trebuchet MS"/>
            </a:endParaRPr>
          </a:p>
          <a:p>
            <a:pPr marL="76320" marR="0" lvl="0" indent="0" algn="just" rtl="0">
              <a:lnSpc>
                <a:spcPct val="150000"/>
              </a:lnSpc>
              <a:spcBef>
                <a:spcPts val="751"/>
              </a:spcBef>
              <a:spcAft>
                <a:spcPts val="0"/>
              </a:spcAft>
              <a:buNone/>
            </a:pPr>
            <a:endParaRPr sz="1500" b="0" strike="noStrike" dirty="0">
              <a:solidFill>
                <a:srgbClr val="404040"/>
              </a:solidFill>
              <a:latin typeface="Trebuchet MS"/>
              <a:ea typeface="Trebuchet MS"/>
              <a:cs typeface="Trebuchet MS"/>
              <a:sym typeface="Trebuchet MS"/>
            </a:endParaRPr>
          </a:p>
          <a:p>
            <a:pPr marL="76320" marR="0" lvl="0" indent="0" algn="just" rtl="0">
              <a:lnSpc>
                <a:spcPct val="150000"/>
              </a:lnSpc>
              <a:spcBef>
                <a:spcPts val="751"/>
              </a:spcBef>
              <a:spcAft>
                <a:spcPts val="0"/>
              </a:spcAft>
              <a:buNone/>
            </a:pPr>
            <a:endParaRPr sz="1500" b="0" strike="noStrike" dirty="0">
              <a:solidFill>
                <a:srgbClr val="404040"/>
              </a:solidFill>
              <a:latin typeface="Trebuchet MS"/>
              <a:ea typeface="Trebuchet MS"/>
              <a:cs typeface="Trebuchet MS"/>
              <a:sym typeface="Trebuchet MS"/>
            </a:endParaRPr>
          </a:p>
        </p:txBody>
      </p:sp>
      <p:sp>
        <p:nvSpPr>
          <p:cNvPr id="249" name="Google Shape;249;p46"/>
          <p:cNvSpPr txBox="1"/>
          <p:nvPr/>
        </p:nvSpPr>
        <p:spPr>
          <a:xfrm>
            <a:off x="8404560" y="4673520"/>
            <a:ext cx="548280" cy="393120"/>
          </a:xfrm>
          <a:prstGeom prst="rect">
            <a:avLst/>
          </a:prstGeom>
          <a:noFill/>
          <a:ln>
            <a:noFill/>
          </a:ln>
        </p:spPr>
        <p:txBody>
          <a:bodyPr spcFirstLastPara="1" wrap="square" lIns="90000" tIns="45000" rIns="90000" bIns="45000" anchor="t" anchorCtr="0">
            <a:noAutofit/>
          </a:bodyPr>
          <a:lstStyle/>
          <a:p>
            <a:pPr marL="0" marR="0" lvl="0" indent="0" algn="r" rtl="0">
              <a:spcBef>
                <a:spcPts val="0"/>
              </a:spcBef>
              <a:spcAft>
                <a:spcPts val="0"/>
              </a:spcAft>
              <a:buNone/>
            </a:pPr>
            <a:fld id="{00000000-1234-1234-1234-123412341234}" type="slidenum">
              <a:rPr lang="en-US" sz="1350" b="0" strike="noStrike">
                <a:solidFill>
                  <a:srgbClr val="000000"/>
                </a:solidFill>
                <a:latin typeface="Trebuchet MS"/>
                <a:ea typeface="Trebuchet MS"/>
                <a:cs typeface="Trebuchet MS"/>
                <a:sym typeface="Trebuchet MS"/>
              </a:rPr>
              <a:t>7</a:t>
            </a:fld>
            <a:endParaRPr sz="1350" b="0" strike="noStrike">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58AEC-0908-F65A-D4F6-901F64B8847A}"/>
              </a:ext>
            </a:extLst>
          </p:cNvPr>
          <p:cNvSpPr>
            <a:spLocks noGrp="1"/>
          </p:cNvSpPr>
          <p:nvPr>
            <p:ph type="title"/>
          </p:nvPr>
        </p:nvSpPr>
        <p:spPr>
          <a:xfrm>
            <a:off x="507959" y="232475"/>
            <a:ext cx="7636399" cy="550189"/>
          </a:xfrm>
        </p:spPr>
        <p:txBody>
          <a:bodyPr/>
          <a:lstStyle/>
          <a:p>
            <a:pPr algn="ctr"/>
            <a:br>
              <a:rPr lang="en-US" sz="2400" b="1" dirty="0">
                <a:latin typeface="Trebuchet MS"/>
                <a:ea typeface="Trebuchet MS"/>
                <a:cs typeface="Trebuchet MS"/>
                <a:sym typeface="Trebuchet MS"/>
              </a:rPr>
            </a:br>
            <a:r>
              <a:rPr lang="en-US" sz="2400" b="1" dirty="0"/>
              <a:t>Dataset Description</a:t>
            </a:r>
            <a:br>
              <a:rPr lang="en-US" sz="2400" b="1" dirty="0">
                <a:latin typeface="Trebuchet MS"/>
                <a:ea typeface="Trebuchet MS"/>
                <a:cs typeface="Trebuchet MS"/>
                <a:sym typeface="Trebuchet MS"/>
              </a:rPr>
            </a:br>
            <a:endParaRPr lang="en-US" sz="2400" b="1" dirty="0"/>
          </a:p>
        </p:txBody>
      </p:sp>
      <p:sp>
        <p:nvSpPr>
          <p:cNvPr id="3" name="Text Placeholder 2">
            <a:extLst>
              <a:ext uri="{FF2B5EF4-FFF2-40B4-BE49-F238E27FC236}">
                <a16:creationId xmlns:a16="http://schemas.microsoft.com/office/drawing/2014/main" id="{4BA32B3C-EC35-ED2E-95DD-605022C0FBB2}"/>
              </a:ext>
            </a:extLst>
          </p:cNvPr>
          <p:cNvSpPr>
            <a:spLocks noGrp="1"/>
          </p:cNvSpPr>
          <p:nvPr>
            <p:ph type="body" idx="1"/>
          </p:nvPr>
        </p:nvSpPr>
        <p:spPr>
          <a:xfrm>
            <a:off x="457200" y="968643"/>
            <a:ext cx="4015800" cy="3572359"/>
          </a:xfrm>
        </p:spPr>
        <p:txBody>
          <a:bodyPr/>
          <a:lstStyle/>
          <a:p>
            <a:r>
              <a:rPr lang="en-US" b="1" dirty="0"/>
              <a:t>The dataset includes:</a:t>
            </a:r>
          </a:p>
          <a:p>
            <a:pPr marL="285750" indent="-285750">
              <a:buFont typeface="Arial" panose="020B0604020202020204" pitchFamily="34" charset="0"/>
              <a:buChar char="•"/>
            </a:pPr>
            <a:r>
              <a:rPr lang="en-US" dirty="0"/>
              <a:t>Fund Name</a:t>
            </a:r>
          </a:p>
          <a:p>
            <a:pPr marL="285750" indent="-285750">
              <a:buFont typeface="Arial" panose="020B0604020202020204" pitchFamily="34" charset="0"/>
              <a:buChar char="•"/>
            </a:pPr>
            <a:r>
              <a:rPr lang="en-US" dirty="0"/>
              <a:t>Category</a:t>
            </a:r>
          </a:p>
          <a:p>
            <a:pPr marL="285750" indent="-285750">
              <a:buFont typeface="Arial" panose="020B0604020202020204" pitchFamily="34" charset="0"/>
              <a:buChar char="•"/>
            </a:pPr>
            <a:r>
              <a:rPr lang="en-US" dirty="0"/>
              <a:t>AUM (Assets Under Management)</a:t>
            </a:r>
          </a:p>
          <a:p>
            <a:pPr marL="285750" indent="-285750">
              <a:buFont typeface="Arial" panose="020B0604020202020204" pitchFamily="34" charset="0"/>
              <a:buChar char="•"/>
            </a:pPr>
            <a:r>
              <a:rPr lang="en-US" dirty="0"/>
              <a:t>Expense Ratio</a:t>
            </a:r>
          </a:p>
          <a:p>
            <a:pPr marL="285750" indent="-285750">
              <a:buFont typeface="Arial" panose="020B0604020202020204" pitchFamily="34" charset="0"/>
              <a:buChar char="•"/>
            </a:pPr>
            <a:r>
              <a:rPr lang="en-US" dirty="0"/>
              <a:t>Risk Level</a:t>
            </a:r>
          </a:p>
          <a:p>
            <a:pPr marL="285750" indent="-285750">
              <a:buFont typeface="Arial" panose="020B0604020202020204" pitchFamily="34" charset="0"/>
              <a:buChar char="•"/>
            </a:pPr>
            <a:r>
              <a:rPr lang="en-US" dirty="0"/>
              <a:t>Past Returns (1Y, 3Y, 5Y)</a:t>
            </a:r>
          </a:p>
          <a:p>
            <a:r>
              <a:rPr lang="en-US" dirty="0"/>
              <a:t>Target Variable: </a:t>
            </a:r>
            <a:r>
              <a:rPr lang="en-US" b="1" dirty="0"/>
              <a:t>1-Year Return</a:t>
            </a:r>
            <a:endParaRPr lang="en-US" dirty="0"/>
          </a:p>
          <a:p>
            <a:endParaRPr lang="en-US" dirty="0"/>
          </a:p>
        </p:txBody>
      </p:sp>
      <p:sp>
        <p:nvSpPr>
          <p:cNvPr id="4" name="Text Placeholder 3">
            <a:extLst>
              <a:ext uri="{FF2B5EF4-FFF2-40B4-BE49-F238E27FC236}">
                <a16:creationId xmlns:a16="http://schemas.microsoft.com/office/drawing/2014/main" id="{BB0F945D-BF5D-5F69-7A93-581B34D862BA}"/>
              </a:ext>
            </a:extLst>
          </p:cNvPr>
          <p:cNvSpPr>
            <a:spLocks noGrp="1"/>
          </p:cNvSpPr>
          <p:nvPr>
            <p:ph type="body" idx="2"/>
          </p:nvPr>
        </p:nvSpPr>
        <p:spPr/>
        <p:txBody>
          <a:bodyPr/>
          <a:lstStyle/>
          <a:p>
            <a:endParaRPr lang="en-US" dirty="0"/>
          </a:p>
        </p:txBody>
      </p:sp>
      <p:pic>
        <p:nvPicPr>
          <p:cNvPr id="6" name="Picture 5">
            <a:extLst>
              <a:ext uri="{FF2B5EF4-FFF2-40B4-BE49-F238E27FC236}">
                <a16:creationId xmlns:a16="http://schemas.microsoft.com/office/drawing/2014/main" id="{1533CEE7-88A7-A7DB-09C1-3AA8EA2CB4DE}"/>
              </a:ext>
            </a:extLst>
          </p:cNvPr>
          <p:cNvPicPr>
            <a:picLocks noChangeAspect="1"/>
          </p:cNvPicPr>
          <p:nvPr/>
        </p:nvPicPr>
        <p:blipFill>
          <a:blip r:embed="rId2"/>
          <a:stretch>
            <a:fillRect/>
          </a:stretch>
        </p:blipFill>
        <p:spPr>
          <a:xfrm>
            <a:off x="4671002" y="782664"/>
            <a:ext cx="4070042" cy="3758338"/>
          </a:xfrm>
          <a:prstGeom prst="rect">
            <a:avLst/>
          </a:prstGeom>
        </p:spPr>
      </p:pic>
    </p:spTree>
    <p:extLst>
      <p:ext uri="{BB962C8B-B14F-4D97-AF65-F5344CB8AC3E}">
        <p14:creationId xmlns:p14="http://schemas.microsoft.com/office/powerpoint/2010/main" val="10532929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49"/>
          <p:cNvSpPr txBox="1"/>
          <p:nvPr/>
        </p:nvSpPr>
        <p:spPr>
          <a:xfrm>
            <a:off x="1507140" y="156960"/>
            <a:ext cx="6129720" cy="540464"/>
          </a:xfrm>
          <a:prstGeom prst="rect">
            <a:avLst/>
          </a:prstGeom>
          <a:noFill/>
          <a:ln>
            <a:noFill/>
          </a:ln>
        </p:spPr>
        <p:txBody>
          <a:bodyPr spcFirstLastPara="1" wrap="square" lIns="90000" tIns="45000" rIns="90000" bIns="45000" anchor="t" anchorCtr="0">
            <a:noAutofit/>
          </a:bodyPr>
          <a:lstStyle/>
          <a:p>
            <a:pPr lvl="0" algn="ctr"/>
            <a:r>
              <a:rPr lang="en-US" sz="2400" dirty="0"/>
              <a:t>Data Preprocessing</a:t>
            </a:r>
            <a:endParaRPr sz="2400" b="0" strike="noStrike" dirty="0">
              <a:solidFill>
                <a:srgbClr val="000000"/>
              </a:solidFill>
              <a:latin typeface="Trebuchet MS"/>
              <a:ea typeface="Trebuchet MS"/>
              <a:cs typeface="Trebuchet MS"/>
              <a:sym typeface="Trebuchet MS"/>
            </a:endParaRPr>
          </a:p>
        </p:txBody>
      </p:sp>
      <p:sp>
        <p:nvSpPr>
          <p:cNvPr id="267" name="Google Shape;267;p49"/>
          <p:cNvSpPr txBox="1"/>
          <p:nvPr/>
        </p:nvSpPr>
        <p:spPr>
          <a:xfrm>
            <a:off x="433260" y="829158"/>
            <a:ext cx="8245440" cy="4040921"/>
          </a:xfrm>
          <a:prstGeom prst="rect">
            <a:avLst/>
          </a:prstGeom>
          <a:noFill/>
          <a:ln>
            <a:noFill/>
          </a:ln>
        </p:spPr>
        <p:txBody>
          <a:bodyPr spcFirstLastPara="1" wrap="square" lIns="90000" tIns="45000" rIns="90000" bIns="45000" anchor="t" anchorCtr="0">
            <a:noAutofit/>
          </a:bodyPr>
          <a:lstStyle/>
          <a:p>
            <a:pPr marL="171450" lvl="0" indent="-171450">
              <a:buFont typeface="Arial" panose="020B0604020202020204" pitchFamily="34" charset="0"/>
              <a:buChar char="•"/>
            </a:pPr>
            <a:r>
              <a:rPr lang="en-US" b="1" dirty="0"/>
              <a:t>Handling missing values:</a:t>
            </a:r>
            <a:r>
              <a:rPr lang="en-US" dirty="0"/>
              <a:t> Checked for null values in the dataset and removed or filled them appropriately to ensure data consistency.</a:t>
            </a:r>
          </a:p>
          <a:p>
            <a:pPr lvl="0"/>
            <a:endParaRPr lang="en-US" dirty="0"/>
          </a:p>
          <a:p>
            <a:pPr marL="171450" lvl="0" indent="-171450">
              <a:buFont typeface="Arial" panose="020B0604020202020204" pitchFamily="34" charset="0"/>
              <a:buChar char="•"/>
            </a:pPr>
            <a:r>
              <a:rPr lang="en-US" b="1" dirty="0"/>
              <a:t>Removing irrelevant columns:</a:t>
            </a:r>
            <a:r>
              <a:rPr lang="en-US" dirty="0"/>
              <a:t> Dropped unnecessary features such as identifiers that do not contribute to prediction accuracy.</a:t>
            </a:r>
          </a:p>
          <a:p>
            <a:pPr lvl="0"/>
            <a:endParaRPr lang="en-US" dirty="0"/>
          </a:p>
          <a:p>
            <a:pPr marL="171450" lvl="0" indent="-171450">
              <a:buFont typeface="Arial" panose="020B0604020202020204" pitchFamily="34" charset="0"/>
              <a:buChar char="•"/>
            </a:pPr>
            <a:r>
              <a:rPr lang="en-US" b="1" dirty="0"/>
              <a:t>Encoding categorical features:</a:t>
            </a:r>
            <a:r>
              <a:rPr lang="en-US" dirty="0"/>
              <a:t> Converted categorical variables (like Category, Fund Type, Risk Level) into numerical format using encoding techniques.</a:t>
            </a:r>
          </a:p>
          <a:p>
            <a:pPr lvl="0"/>
            <a:endParaRPr lang="en-US" dirty="0"/>
          </a:p>
          <a:p>
            <a:pPr marL="171450" lvl="0" indent="-171450">
              <a:buFont typeface="Arial" panose="020B0604020202020204" pitchFamily="34" charset="0"/>
              <a:buChar char="•"/>
            </a:pPr>
            <a:r>
              <a:rPr lang="en-US" b="1" dirty="0"/>
              <a:t>Feature scaling:</a:t>
            </a:r>
            <a:r>
              <a:rPr lang="en-US" dirty="0"/>
              <a:t> Standardized numerical features to bring them to a similar range and improve model performance.</a:t>
            </a:r>
            <a:r>
              <a:rPr lang="en-US" b="1" dirty="0"/>
              <a:t> </a:t>
            </a:r>
          </a:p>
          <a:p>
            <a:pPr marL="171450" lvl="0" indent="-171450">
              <a:buFont typeface="Arial" panose="020B0604020202020204" pitchFamily="34" charset="0"/>
              <a:buChar char="•"/>
            </a:pPr>
            <a:endParaRPr lang="en-US" b="1" dirty="0"/>
          </a:p>
          <a:p>
            <a:pPr marL="171450" lvl="0" indent="-171450">
              <a:buFont typeface="Arial" panose="020B0604020202020204" pitchFamily="34" charset="0"/>
              <a:buChar char="•"/>
            </a:pPr>
            <a:r>
              <a:rPr lang="en-US" b="1" dirty="0"/>
              <a:t>Train-Test Split (80% – 20%):</a:t>
            </a:r>
            <a:r>
              <a:rPr lang="en-US" dirty="0"/>
              <a:t> Divided the dataset into training data (80%) for model learning and testing data (20%) for evaluating performance on unseen data.</a:t>
            </a:r>
            <a:endParaRPr b="0" strike="noStrike" dirty="0">
              <a:solidFill>
                <a:srgbClr val="404040"/>
              </a:solidFill>
              <a:latin typeface="Trebuchet MS"/>
              <a:ea typeface="Trebuchet MS"/>
              <a:cs typeface="Trebuchet MS"/>
              <a:sym typeface="Trebuchet MS"/>
            </a:endParaRPr>
          </a:p>
        </p:txBody>
      </p:sp>
      <p:sp>
        <p:nvSpPr>
          <p:cNvPr id="268" name="Google Shape;268;p49"/>
          <p:cNvSpPr txBox="1"/>
          <p:nvPr/>
        </p:nvSpPr>
        <p:spPr>
          <a:xfrm>
            <a:off x="8404560" y="4673520"/>
            <a:ext cx="548280" cy="393120"/>
          </a:xfrm>
          <a:prstGeom prst="rect">
            <a:avLst/>
          </a:prstGeom>
          <a:noFill/>
          <a:ln>
            <a:noFill/>
          </a:ln>
        </p:spPr>
        <p:txBody>
          <a:bodyPr spcFirstLastPara="1" wrap="square" lIns="90000" tIns="45000" rIns="90000" bIns="45000" anchor="t" anchorCtr="0">
            <a:noAutofit/>
          </a:bodyPr>
          <a:lstStyle/>
          <a:p>
            <a:pPr marL="0" marR="0" lvl="0" indent="0" algn="r" rtl="0">
              <a:spcBef>
                <a:spcPts val="0"/>
              </a:spcBef>
              <a:spcAft>
                <a:spcPts val="0"/>
              </a:spcAft>
              <a:buNone/>
            </a:pPr>
            <a:fld id="{00000000-1234-1234-1234-123412341234}" type="slidenum">
              <a:rPr lang="en-US" sz="1350" b="0" strike="noStrike">
                <a:solidFill>
                  <a:srgbClr val="000000"/>
                </a:solidFill>
                <a:latin typeface="Trebuchet MS"/>
                <a:ea typeface="Trebuchet MS"/>
                <a:cs typeface="Trebuchet MS"/>
                <a:sym typeface="Trebuchet MS"/>
              </a:rPr>
              <a:t>9</a:t>
            </a:fld>
            <a:endParaRPr sz="1350" b="0" strike="noStrike">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50"/>
          <p:cNvSpPr txBox="1"/>
          <p:nvPr/>
        </p:nvSpPr>
        <p:spPr>
          <a:xfrm>
            <a:off x="461880" y="191520"/>
            <a:ext cx="7021440" cy="459409"/>
          </a:xfrm>
          <a:prstGeom prst="rect">
            <a:avLst/>
          </a:prstGeom>
          <a:noFill/>
          <a:ln>
            <a:noFill/>
          </a:ln>
        </p:spPr>
        <p:txBody>
          <a:bodyPr spcFirstLastPara="1" wrap="square" lIns="90000" tIns="45000" rIns="90000" bIns="45000" anchor="t" anchorCtr="0">
            <a:noAutofit/>
          </a:bodyPr>
          <a:lstStyle/>
          <a:p>
            <a:pPr lvl="0" algn="ctr"/>
            <a:r>
              <a:rPr lang="en-US" sz="2000" b="1" dirty="0"/>
              <a:t>Exploratory Data Analysis (EDA)</a:t>
            </a:r>
            <a:br>
              <a:rPr lang="en-US" sz="2000" b="1" dirty="0"/>
            </a:br>
            <a:br>
              <a:rPr lang="en-US" sz="2000" b="1" dirty="0"/>
            </a:br>
            <a:br>
              <a:rPr lang="en-US" sz="2000" b="1" dirty="0"/>
            </a:br>
            <a:br>
              <a:rPr lang="en-US" sz="2000" b="1" dirty="0"/>
            </a:br>
            <a:endParaRPr sz="2000" b="1" strike="noStrike" dirty="0">
              <a:solidFill>
                <a:srgbClr val="000000"/>
              </a:solidFill>
              <a:latin typeface="Trebuchet MS"/>
              <a:ea typeface="Trebuchet MS"/>
              <a:cs typeface="Trebuchet MS"/>
              <a:sym typeface="Trebuchet MS"/>
            </a:endParaRPr>
          </a:p>
        </p:txBody>
      </p:sp>
      <p:sp>
        <p:nvSpPr>
          <p:cNvPr id="274" name="Google Shape;274;p50"/>
          <p:cNvSpPr txBox="1"/>
          <p:nvPr/>
        </p:nvSpPr>
        <p:spPr>
          <a:xfrm>
            <a:off x="6442920" y="4530960"/>
            <a:ext cx="512280" cy="273600"/>
          </a:xfrm>
          <a:prstGeom prst="rect">
            <a:avLst/>
          </a:prstGeom>
          <a:noFill/>
          <a:ln>
            <a:noFill/>
          </a:ln>
        </p:spPr>
        <p:txBody>
          <a:bodyPr spcFirstLastPara="1" wrap="square" lIns="90000" tIns="45000" rIns="90000" bIns="45000" anchor="t" anchorCtr="0">
            <a:noAutofit/>
          </a:bodyPr>
          <a:lstStyle/>
          <a:p>
            <a:pPr marL="0" marR="0" lvl="0" indent="0" algn="r" rtl="0">
              <a:spcBef>
                <a:spcPts val="0"/>
              </a:spcBef>
              <a:spcAft>
                <a:spcPts val="0"/>
              </a:spcAft>
              <a:buNone/>
            </a:pPr>
            <a:fld id="{00000000-1234-1234-1234-123412341234}" type="slidenum">
              <a:rPr lang="en-US" sz="1350" b="0" strike="noStrike">
                <a:solidFill>
                  <a:srgbClr val="000000"/>
                </a:solidFill>
                <a:latin typeface="Trebuchet MS"/>
                <a:ea typeface="Trebuchet MS"/>
                <a:cs typeface="Trebuchet MS"/>
                <a:sym typeface="Trebuchet MS"/>
              </a:rPr>
              <a:t>10</a:t>
            </a:fld>
            <a:endParaRPr sz="1350" b="0" strike="noStrike">
              <a:latin typeface="Times New Roman"/>
              <a:ea typeface="Times New Roman"/>
              <a:cs typeface="Times New Roman"/>
              <a:sym typeface="Times New Roman"/>
            </a:endParaRPr>
          </a:p>
        </p:txBody>
      </p:sp>
      <p:sp>
        <p:nvSpPr>
          <p:cNvPr id="275" name="Google Shape;275;p50"/>
          <p:cNvSpPr/>
          <p:nvPr/>
        </p:nvSpPr>
        <p:spPr>
          <a:xfrm>
            <a:off x="385200" y="650930"/>
            <a:ext cx="8373600" cy="4373950"/>
          </a:xfrm>
          <a:prstGeom prst="rect">
            <a:avLst/>
          </a:prstGeom>
          <a:noFill/>
          <a:ln>
            <a:noFill/>
          </a:ln>
        </p:spPr>
        <p:txBody>
          <a:bodyPr spcFirstLastPara="1" wrap="square" lIns="90000" tIns="45000" rIns="90000" bIns="45000" anchor="t" anchorCtr="0">
            <a:noAutofit/>
          </a:bodyPr>
          <a:lstStyle/>
          <a:p>
            <a:pPr marL="171450" lvl="0" indent="-171450">
              <a:buFont typeface="Arial" panose="020B0604020202020204" pitchFamily="34" charset="0"/>
              <a:buChar char="•"/>
            </a:pPr>
            <a:r>
              <a:rPr lang="en-US" sz="1000" b="0" strike="noStrike" dirty="0">
                <a:latin typeface="Arial"/>
                <a:ea typeface="Arial"/>
                <a:cs typeface="Arial"/>
                <a:sym typeface="Arial"/>
              </a:rPr>
              <a:t>Performed </a:t>
            </a:r>
            <a:r>
              <a:rPr lang="en-US" sz="1000" dirty="0"/>
              <a:t>Exploratory Data Analysis to understand patterns and relationships in the dataset.</a:t>
            </a:r>
          </a:p>
          <a:p>
            <a:pPr marL="171450" lvl="0" indent="-171450">
              <a:buFont typeface="Arial" panose="020B0604020202020204" pitchFamily="34" charset="0"/>
              <a:buChar char="•"/>
            </a:pPr>
            <a:r>
              <a:rPr lang="en-US" sz="1000" dirty="0"/>
              <a:t>Used a </a:t>
            </a:r>
            <a:r>
              <a:rPr lang="en-US" sz="1000" b="1" dirty="0"/>
              <a:t>correlation heatmap</a:t>
            </a:r>
            <a:r>
              <a:rPr lang="en-US" sz="1000" dirty="0"/>
              <a:t> to identify the strength of relationships between numerical features.</a:t>
            </a:r>
          </a:p>
          <a:p>
            <a:pPr marL="171450" lvl="0" indent="-171450">
              <a:buFont typeface="Arial" panose="020B0604020202020204" pitchFamily="34" charset="0"/>
              <a:buChar char="•"/>
            </a:pPr>
            <a:r>
              <a:rPr lang="en-US" sz="1000" dirty="0"/>
              <a:t>Observed a strong positive correlation between past returns (3-Year, 5-Year) and 1-Year Return.</a:t>
            </a:r>
          </a:p>
          <a:p>
            <a:pPr marL="171450" lvl="0" indent="-171450">
              <a:buFont typeface="Arial" panose="020B0604020202020204" pitchFamily="34" charset="0"/>
              <a:buChar char="•"/>
            </a:pPr>
            <a:r>
              <a:rPr lang="en-US" sz="1000" dirty="0"/>
              <a:t>Identified important features such as Expense Ratio and AUM influencing fund performance.</a:t>
            </a:r>
          </a:p>
          <a:p>
            <a:pPr marL="171450" lvl="0" indent="-171450">
              <a:buFont typeface="Arial" panose="020B0604020202020204" pitchFamily="34" charset="0"/>
              <a:buChar char="•"/>
            </a:pPr>
            <a:endParaRPr lang="en-US" sz="1000" dirty="0"/>
          </a:p>
          <a:p>
            <a:pPr lvl="0"/>
            <a:endParaRPr lang="en-US" sz="1000" dirty="0"/>
          </a:p>
        </p:txBody>
      </p:sp>
      <p:pic>
        <p:nvPicPr>
          <p:cNvPr id="6" name="Picture 5">
            <a:extLst>
              <a:ext uri="{FF2B5EF4-FFF2-40B4-BE49-F238E27FC236}">
                <a16:creationId xmlns:a16="http://schemas.microsoft.com/office/drawing/2014/main" id="{A9DB4EED-FBC4-78BB-71E2-93E7DB17FBC6}"/>
              </a:ext>
            </a:extLst>
          </p:cNvPr>
          <p:cNvPicPr>
            <a:picLocks noChangeAspect="1"/>
          </p:cNvPicPr>
          <p:nvPr/>
        </p:nvPicPr>
        <p:blipFill>
          <a:blip r:embed="rId3"/>
          <a:stretch>
            <a:fillRect/>
          </a:stretch>
        </p:blipFill>
        <p:spPr>
          <a:xfrm>
            <a:off x="526943" y="1410346"/>
            <a:ext cx="6090834" cy="361453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D30E7-4771-2036-B66E-BCF71C9113AE}"/>
              </a:ext>
            </a:extLst>
          </p:cNvPr>
          <p:cNvSpPr>
            <a:spLocks noGrp="1"/>
          </p:cNvSpPr>
          <p:nvPr>
            <p:ph type="title"/>
          </p:nvPr>
        </p:nvSpPr>
        <p:spPr>
          <a:xfrm>
            <a:off x="507959" y="457200"/>
            <a:ext cx="7946365" cy="499500"/>
          </a:xfrm>
        </p:spPr>
        <p:txBody>
          <a:bodyPr/>
          <a:lstStyle/>
          <a:p>
            <a:pPr algn="ctr"/>
            <a:r>
              <a:rPr lang="en-US" sz="2400" b="1" dirty="0"/>
              <a:t>Machine Learning Models Used</a:t>
            </a:r>
          </a:p>
        </p:txBody>
      </p:sp>
      <p:sp>
        <p:nvSpPr>
          <p:cNvPr id="3" name="Text Placeholder 2">
            <a:extLst>
              <a:ext uri="{FF2B5EF4-FFF2-40B4-BE49-F238E27FC236}">
                <a16:creationId xmlns:a16="http://schemas.microsoft.com/office/drawing/2014/main" id="{28B2D5E7-0435-D798-37F9-6B4C38606518}"/>
              </a:ext>
            </a:extLst>
          </p:cNvPr>
          <p:cNvSpPr>
            <a:spLocks noGrp="1"/>
          </p:cNvSpPr>
          <p:nvPr>
            <p:ph type="body" idx="1"/>
          </p:nvPr>
        </p:nvSpPr>
        <p:spPr/>
        <p:txBody>
          <a:bodyPr/>
          <a:lstStyle/>
          <a:p>
            <a:pPr marL="514350" indent="-285750">
              <a:buFont typeface="Wingdings" panose="05000000000000000000" pitchFamily="2" charset="2"/>
              <a:buChar char="Ø"/>
            </a:pPr>
            <a:r>
              <a:rPr lang="en-US" b="1" dirty="0"/>
              <a:t>Linear Regression:</a:t>
            </a:r>
            <a:br>
              <a:rPr lang="en-US" dirty="0"/>
            </a:br>
            <a:r>
              <a:rPr lang="en-US" dirty="0"/>
              <a:t>A basic regression algorithm that models the relationship between independent variables and the target variable using a linear equation. It helps in understanding how features influence the 1-Year Return.</a:t>
            </a:r>
          </a:p>
        </p:txBody>
      </p:sp>
      <p:sp>
        <p:nvSpPr>
          <p:cNvPr id="4" name="Text Placeholder 3">
            <a:extLst>
              <a:ext uri="{FF2B5EF4-FFF2-40B4-BE49-F238E27FC236}">
                <a16:creationId xmlns:a16="http://schemas.microsoft.com/office/drawing/2014/main" id="{291A875C-D952-AE1F-C0AA-AFA7949C4EEF}"/>
              </a:ext>
            </a:extLst>
          </p:cNvPr>
          <p:cNvSpPr>
            <a:spLocks noGrp="1"/>
          </p:cNvSpPr>
          <p:nvPr>
            <p:ph type="body" idx="2"/>
          </p:nvPr>
        </p:nvSpPr>
        <p:spPr/>
        <p:txBody>
          <a:bodyPr/>
          <a:lstStyle/>
          <a:p>
            <a:pPr marL="514350" indent="-285750">
              <a:buFont typeface="Wingdings" panose="05000000000000000000" pitchFamily="2" charset="2"/>
              <a:buChar char="Ø"/>
            </a:pPr>
            <a:r>
              <a:rPr lang="en-US" b="1" dirty="0"/>
              <a:t>Random Forest Regressor:</a:t>
            </a:r>
            <a:br>
              <a:rPr lang="en-US" dirty="0"/>
            </a:br>
            <a:r>
              <a:rPr lang="en-US" dirty="0"/>
              <a:t>An ensemble learning algorithm that builds multiple decision trees and combines their predictions to improve accuracy and reduce overfitting. It handles complex and non-linear relationships better than linear models.</a:t>
            </a:r>
          </a:p>
        </p:txBody>
      </p:sp>
    </p:spTree>
    <p:extLst>
      <p:ext uri="{BB962C8B-B14F-4D97-AF65-F5344CB8AC3E}">
        <p14:creationId xmlns:p14="http://schemas.microsoft.com/office/powerpoint/2010/main" val="6264065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5230D-A16B-D58B-7083-DFF6A0D2A495}"/>
              </a:ext>
            </a:extLst>
          </p:cNvPr>
          <p:cNvSpPr>
            <a:spLocks noGrp="1"/>
          </p:cNvSpPr>
          <p:nvPr>
            <p:ph type="title"/>
          </p:nvPr>
        </p:nvSpPr>
        <p:spPr>
          <a:xfrm>
            <a:off x="507959" y="457200"/>
            <a:ext cx="7527911" cy="499500"/>
          </a:xfrm>
        </p:spPr>
        <p:txBody>
          <a:bodyPr/>
          <a:lstStyle/>
          <a:p>
            <a:pPr algn="ctr"/>
            <a:r>
              <a:rPr lang="en-US" sz="2400" b="1" dirty="0"/>
              <a:t>Model Evaluation</a:t>
            </a:r>
          </a:p>
        </p:txBody>
      </p:sp>
      <p:sp>
        <p:nvSpPr>
          <p:cNvPr id="3" name="Text Placeholder 2">
            <a:extLst>
              <a:ext uri="{FF2B5EF4-FFF2-40B4-BE49-F238E27FC236}">
                <a16:creationId xmlns:a16="http://schemas.microsoft.com/office/drawing/2014/main" id="{BDABFA8C-351B-8676-E21B-E5BB9320BE78}"/>
              </a:ext>
            </a:extLst>
          </p:cNvPr>
          <p:cNvSpPr>
            <a:spLocks noGrp="1"/>
          </p:cNvSpPr>
          <p:nvPr>
            <p:ph type="body" idx="1"/>
          </p:nvPr>
        </p:nvSpPr>
        <p:spPr>
          <a:xfrm>
            <a:off x="457020" y="1177871"/>
            <a:ext cx="8229600" cy="3882325"/>
          </a:xfrm>
        </p:spPr>
        <p:txBody>
          <a:bodyPr/>
          <a:lstStyle/>
          <a:p>
            <a:pPr marL="514350" indent="-285750">
              <a:buFont typeface="Arial" panose="020B0604020202020204" pitchFamily="34" charset="0"/>
              <a:buChar char="•"/>
            </a:pPr>
            <a:r>
              <a:rPr lang="en-US" b="1" dirty="0"/>
              <a:t>R² Score</a:t>
            </a:r>
            <a:r>
              <a:rPr lang="en-US" dirty="0"/>
              <a:t> – Measures how well the model explains the variance.</a:t>
            </a:r>
          </a:p>
          <a:p>
            <a:pPr marL="514350" indent="-285750">
              <a:buFont typeface="Arial" panose="020B0604020202020204" pitchFamily="34" charset="0"/>
              <a:buChar char="•"/>
            </a:pPr>
            <a:r>
              <a:rPr lang="en-US" b="1" dirty="0"/>
              <a:t>MAE (Mean Absolute Error)</a:t>
            </a:r>
            <a:r>
              <a:rPr lang="en-US" dirty="0"/>
              <a:t> – Average prediction error.</a:t>
            </a:r>
          </a:p>
          <a:p>
            <a:pPr marL="514350" indent="-285750">
              <a:buFont typeface="Arial" panose="020B0604020202020204" pitchFamily="34" charset="0"/>
              <a:buChar char="•"/>
            </a:pPr>
            <a:r>
              <a:rPr lang="en-US" b="1" dirty="0"/>
              <a:t>RMSE (Root Mean Square Error)</a:t>
            </a:r>
            <a:r>
              <a:rPr lang="en-US" dirty="0"/>
              <a:t> – Penalizes large errors.</a:t>
            </a:r>
          </a:p>
          <a:p>
            <a:pPr marL="228600" indent="0"/>
            <a:endParaRPr lang="en-US" dirty="0"/>
          </a:p>
          <a:p>
            <a:pPr marL="228600" indent="0"/>
            <a:endParaRPr lang="en-US" dirty="0"/>
          </a:p>
          <a:p>
            <a:pPr marL="228600" indent="0"/>
            <a:endParaRPr lang="en-US" dirty="0"/>
          </a:p>
          <a:p>
            <a:endParaRPr lang="en-US" dirty="0"/>
          </a:p>
        </p:txBody>
      </p:sp>
      <p:graphicFrame>
        <p:nvGraphicFramePr>
          <p:cNvPr id="7" name="Table 6">
            <a:extLst>
              <a:ext uri="{FF2B5EF4-FFF2-40B4-BE49-F238E27FC236}">
                <a16:creationId xmlns:a16="http://schemas.microsoft.com/office/drawing/2014/main" id="{8C52C88D-53B6-4690-3932-8B8057F51D5F}"/>
              </a:ext>
            </a:extLst>
          </p:cNvPr>
          <p:cNvGraphicFramePr>
            <a:graphicFrameLocks noGrp="1"/>
          </p:cNvGraphicFramePr>
          <p:nvPr>
            <p:extLst>
              <p:ext uri="{D42A27DB-BD31-4B8C-83A1-F6EECF244321}">
                <p14:modId xmlns:p14="http://schemas.microsoft.com/office/powerpoint/2010/main" val="163718904"/>
              </p:ext>
            </p:extLst>
          </p:nvPr>
        </p:nvGraphicFramePr>
        <p:xfrm>
          <a:off x="550190" y="2237581"/>
          <a:ext cx="8136610" cy="1598250"/>
        </p:xfrm>
        <a:graphic>
          <a:graphicData uri="http://schemas.openxmlformats.org/drawingml/2006/table">
            <a:tbl>
              <a:tblPr/>
              <a:tblGrid>
                <a:gridCol w="2002480">
                  <a:extLst>
                    <a:ext uri="{9D8B030D-6E8A-4147-A177-3AD203B41FA5}">
                      <a16:colId xmlns:a16="http://schemas.microsoft.com/office/drawing/2014/main" val="2015887272"/>
                    </a:ext>
                  </a:extLst>
                </a:gridCol>
                <a:gridCol w="2044710">
                  <a:extLst>
                    <a:ext uri="{9D8B030D-6E8A-4147-A177-3AD203B41FA5}">
                      <a16:colId xmlns:a16="http://schemas.microsoft.com/office/drawing/2014/main" val="869088999"/>
                    </a:ext>
                  </a:extLst>
                </a:gridCol>
                <a:gridCol w="2044710">
                  <a:extLst>
                    <a:ext uri="{9D8B030D-6E8A-4147-A177-3AD203B41FA5}">
                      <a16:colId xmlns:a16="http://schemas.microsoft.com/office/drawing/2014/main" val="2474671918"/>
                    </a:ext>
                  </a:extLst>
                </a:gridCol>
                <a:gridCol w="2044710">
                  <a:extLst>
                    <a:ext uri="{9D8B030D-6E8A-4147-A177-3AD203B41FA5}">
                      <a16:colId xmlns:a16="http://schemas.microsoft.com/office/drawing/2014/main" val="1095080555"/>
                    </a:ext>
                  </a:extLst>
                </a:gridCol>
              </a:tblGrid>
              <a:tr h="532750">
                <a:tc>
                  <a:txBody>
                    <a:bodyPr/>
                    <a:lstStyle/>
                    <a:p>
                      <a:pPr>
                        <a:buNone/>
                      </a:pPr>
                      <a:r>
                        <a:rPr lang="en-US" dirty="0"/>
                        <a:t>Model</a:t>
                      </a:r>
                    </a:p>
                  </a:txBody>
                  <a:tcPr anchor="ctr">
                    <a:lnL>
                      <a:noFill/>
                    </a:lnL>
                    <a:lnR>
                      <a:noFill/>
                    </a:lnR>
                    <a:lnT>
                      <a:noFill/>
                    </a:lnT>
                    <a:lnB>
                      <a:noFill/>
                    </a:lnB>
                    <a:noFill/>
                  </a:tcPr>
                </a:tc>
                <a:tc>
                  <a:txBody>
                    <a:bodyPr/>
                    <a:lstStyle/>
                    <a:p>
                      <a:pPr>
                        <a:buNone/>
                      </a:pPr>
                      <a:r>
                        <a:rPr lang="en-US" dirty="0"/>
                        <a:t>R² Score</a:t>
                      </a:r>
                    </a:p>
                  </a:txBody>
                  <a:tcPr anchor="ctr">
                    <a:lnL>
                      <a:noFill/>
                    </a:lnL>
                    <a:lnR>
                      <a:noFill/>
                    </a:lnR>
                    <a:lnT>
                      <a:noFill/>
                    </a:lnT>
                    <a:lnB>
                      <a:noFill/>
                    </a:lnB>
                    <a:noFill/>
                  </a:tcPr>
                </a:tc>
                <a:tc>
                  <a:txBody>
                    <a:bodyPr/>
                    <a:lstStyle/>
                    <a:p>
                      <a:pPr>
                        <a:buNone/>
                      </a:pPr>
                      <a:r>
                        <a:rPr lang="en-US" dirty="0"/>
                        <a:t>MAE</a:t>
                      </a:r>
                    </a:p>
                  </a:txBody>
                  <a:tcPr anchor="ctr">
                    <a:lnL>
                      <a:noFill/>
                    </a:lnL>
                    <a:lnR>
                      <a:noFill/>
                    </a:lnR>
                    <a:lnT>
                      <a:noFill/>
                    </a:lnT>
                    <a:lnB>
                      <a:noFill/>
                    </a:lnB>
                    <a:noFill/>
                  </a:tcPr>
                </a:tc>
                <a:tc>
                  <a:txBody>
                    <a:bodyPr/>
                    <a:lstStyle/>
                    <a:p>
                      <a:pPr>
                        <a:buNone/>
                      </a:pPr>
                      <a:r>
                        <a:rPr lang="en-US" dirty="0"/>
                        <a:t>RMSE</a:t>
                      </a:r>
                    </a:p>
                  </a:txBody>
                  <a:tcPr anchor="ctr">
                    <a:lnL>
                      <a:noFill/>
                    </a:lnL>
                    <a:lnR>
                      <a:noFill/>
                    </a:lnR>
                    <a:lnT>
                      <a:noFill/>
                    </a:lnT>
                    <a:lnB>
                      <a:noFill/>
                    </a:lnB>
                    <a:noFill/>
                  </a:tcPr>
                </a:tc>
                <a:extLst>
                  <a:ext uri="{0D108BD9-81ED-4DB2-BD59-A6C34878D82A}">
                    <a16:rowId xmlns:a16="http://schemas.microsoft.com/office/drawing/2014/main" val="2367078442"/>
                  </a:ext>
                </a:extLst>
              </a:tr>
              <a:tr h="532750">
                <a:tc>
                  <a:txBody>
                    <a:bodyPr/>
                    <a:lstStyle/>
                    <a:p>
                      <a:pPr>
                        <a:buNone/>
                      </a:pPr>
                      <a:r>
                        <a:rPr lang="en-US" dirty="0"/>
                        <a:t>Linear Regression</a:t>
                      </a:r>
                    </a:p>
                  </a:txBody>
                  <a:tcPr anchor="ctr">
                    <a:lnL>
                      <a:noFill/>
                    </a:lnL>
                    <a:lnR>
                      <a:noFill/>
                    </a:lnR>
                    <a:lnT>
                      <a:noFill/>
                    </a:lnT>
                    <a:lnB>
                      <a:noFill/>
                    </a:lnB>
                    <a:noFill/>
                  </a:tcPr>
                </a:tc>
                <a:tc>
                  <a:txBody>
                    <a:bodyPr/>
                    <a:lstStyle/>
                    <a:p>
                      <a:pPr>
                        <a:buNone/>
                      </a:pPr>
                      <a:r>
                        <a:rPr lang="en-US" b="1" dirty="0"/>
                        <a:t>0.982468</a:t>
                      </a:r>
                      <a:endParaRPr lang="en-US" dirty="0"/>
                    </a:p>
                  </a:txBody>
                  <a:tcPr anchor="ctr">
                    <a:lnL>
                      <a:noFill/>
                    </a:lnL>
                    <a:lnR>
                      <a:noFill/>
                    </a:lnR>
                    <a:lnT>
                      <a:noFill/>
                    </a:lnT>
                    <a:lnB>
                      <a:noFill/>
                    </a:lnB>
                    <a:noFill/>
                  </a:tcPr>
                </a:tc>
                <a:tc>
                  <a:txBody>
                    <a:bodyPr/>
                    <a:lstStyle/>
                    <a:p>
                      <a:pPr>
                        <a:buNone/>
                      </a:pPr>
                      <a:r>
                        <a:rPr lang="en-US" b="1"/>
                        <a:t>0.642592</a:t>
                      </a:r>
                      <a:endParaRPr lang="en-US"/>
                    </a:p>
                  </a:txBody>
                  <a:tcPr anchor="ctr">
                    <a:lnL>
                      <a:noFill/>
                    </a:lnL>
                    <a:lnR>
                      <a:noFill/>
                    </a:lnR>
                    <a:lnT>
                      <a:noFill/>
                    </a:lnT>
                    <a:lnB>
                      <a:noFill/>
                    </a:lnB>
                    <a:noFill/>
                  </a:tcPr>
                </a:tc>
                <a:tc>
                  <a:txBody>
                    <a:bodyPr/>
                    <a:lstStyle/>
                    <a:p>
                      <a:pPr>
                        <a:buNone/>
                      </a:pPr>
                      <a:r>
                        <a:rPr lang="en-US" b="1" dirty="0"/>
                        <a:t>1.219564</a:t>
                      </a:r>
                      <a:endParaRPr lang="en-US" dirty="0"/>
                    </a:p>
                  </a:txBody>
                  <a:tcPr anchor="ctr">
                    <a:lnL>
                      <a:noFill/>
                    </a:lnL>
                    <a:lnR>
                      <a:noFill/>
                    </a:lnR>
                    <a:lnT>
                      <a:noFill/>
                    </a:lnT>
                    <a:lnB>
                      <a:noFill/>
                    </a:lnB>
                    <a:noFill/>
                  </a:tcPr>
                </a:tc>
                <a:extLst>
                  <a:ext uri="{0D108BD9-81ED-4DB2-BD59-A6C34878D82A}">
                    <a16:rowId xmlns:a16="http://schemas.microsoft.com/office/drawing/2014/main" val="1893170872"/>
                  </a:ext>
                </a:extLst>
              </a:tr>
              <a:tr h="532750">
                <a:tc>
                  <a:txBody>
                    <a:bodyPr/>
                    <a:lstStyle/>
                    <a:p>
                      <a:pPr>
                        <a:buNone/>
                      </a:pPr>
                      <a:r>
                        <a:rPr lang="en-US"/>
                        <a:t>Random Forest</a:t>
                      </a:r>
                    </a:p>
                  </a:txBody>
                  <a:tcPr anchor="ctr">
                    <a:lnL>
                      <a:noFill/>
                    </a:lnL>
                    <a:lnR>
                      <a:noFill/>
                    </a:lnR>
                    <a:lnT>
                      <a:noFill/>
                    </a:lnT>
                    <a:lnB>
                      <a:noFill/>
                    </a:lnB>
                    <a:noFill/>
                  </a:tcPr>
                </a:tc>
                <a:tc>
                  <a:txBody>
                    <a:bodyPr/>
                    <a:lstStyle/>
                    <a:p>
                      <a:pPr>
                        <a:buNone/>
                      </a:pPr>
                      <a:r>
                        <a:rPr lang="en-US" b="1"/>
                        <a:t>0.973309</a:t>
                      </a:r>
                      <a:endParaRPr lang="en-US"/>
                    </a:p>
                  </a:txBody>
                  <a:tcPr anchor="ctr">
                    <a:lnL>
                      <a:noFill/>
                    </a:lnL>
                    <a:lnR>
                      <a:noFill/>
                    </a:lnR>
                    <a:lnT>
                      <a:noFill/>
                    </a:lnT>
                    <a:lnB>
                      <a:noFill/>
                    </a:lnB>
                    <a:noFill/>
                  </a:tcPr>
                </a:tc>
                <a:tc>
                  <a:txBody>
                    <a:bodyPr/>
                    <a:lstStyle/>
                    <a:p>
                      <a:pPr>
                        <a:buNone/>
                      </a:pPr>
                      <a:r>
                        <a:rPr lang="en-US" b="1"/>
                        <a:t>0.493689</a:t>
                      </a:r>
                      <a:endParaRPr lang="en-US"/>
                    </a:p>
                  </a:txBody>
                  <a:tcPr anchor="ctr">
                    <a:lnL>
                      <a:noFill/>
                    </a:lnL>
                    <a:lnR>
                      <a:noFill/>
                    </a:lnR>
                    <a:lnT>
                      <a:noFill/>
                    </a:lnT>
                    <a:lnB>
                      <a:noFill/>
                    </a:lnB>
                    <a:noFill/>
                  </a:tcPr>
                </a:tc>
                <a:tc>
                  <a:txBody>
                    <a:bodyPr/>
                    <a:lstStyle/>
                    <a:p>
                      <a:pPr>
                        <a:buNone/>
                      </a:pPr>
                      <a:r>
                        <a:rPr lang="en-US" b="1" dirty="0"/>
                        <a:t>1.504774</a:t>
                      </a:r>
                      <a:endParaRPr lang="en-US" dirty="0"/>
                    </a:p>
                  </a:txBody>
                  <a:tcPr anchor="ctr">
                    <a:lnL>
                      <a:noFill/>
                    </a:lnL>
                    <a:lnR>
                      <a:noFill/>
                    </a:lnR>
                    <a:lnT>
                      <a:noFill/>
                    </a:lnT>
                    <a:lnB>
                      <a:noFill/>
                    </a:lnB>
                    <a:noFill/>
                  </a:tcPr>
                </a:tc>
                <a:extLst>
                  <a:ext uri="{0D108BD9-81ED-4DB2-BD59-A6C34878D82A}">
                    <a16:rowId xmlns:a16="http://schemas.microsoft.com/office/drawing/2014/main" val="931415413"/>
                  </a:ext>
                </a:extLst>
              </a:tr>
            </a:tbl>
          </a:graphicData>
        </a:graphic>
      </p:graphicFrame>
    </p:spTree>
    <p:extLst>
      <p:ext uri="{BB962C8B-B14F-4D97-AF65-F5344CB8AC3E}">
        <p14:creationId xmlns:p14="http://schemas.microsoft.com/office/powerpoint/2010/main" val="97740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34973-E1D8-64F4-D847-422FF7772964}"/>
              </a:ext>
            </a:extLst>
          </p:cNvPr>
          <p:cNvSpPr>
            <a:spLocks noGrp="1"/>
          </p:cNvSpPr>
          <p:nvPr>
            <p:ph type="title"/>
          </p:nvPr>
        </p:nvSpPr>
        <p:spPr>
          <a:xfrm>
            <a:off x="507960" y="457200"/>
            <a:ext cx="8047104" cy="588936"/>
          </a:xfrm>
        </p:spPr>
        <p:txBody>
          <a:bodyPr/>
          <a:lstStyle/>
          <a:p>
            <a:pPr algn="ctr"/>
            <a:r>
              <a:rPr lang="en-US" sz="2400" b="1" dirty="0"/>
              <a:t>Results</a:t>
            </a:r>
          </a:p>
        </p:txBody>
      </p:sp>
      <p:sp>
        <p:nvSpPr>
          <p:cNvPr id="3" name="Text Placeholder 2">
            <a:extLst>
              <a:ext uri="{FF2B5EF4-FFF2-40B4-BE49-F238E27FC236}">
                <a16:creationId xmlns:a16="http://schemas.microsoft.com/office/drawing/2014/main" id="{86DE62C1-0497-78BC-D9C4-B347B7803D8A}"/>
              </a:ext>
            </a:extLst>
          </p:cNvPr>
          <p:cNvSpPr>
            <a:spLocks noGrp="1"/>
          </p:cNvSpPr>
          <p:nvPr>
            <p:ph type="body" idx="1"/>
          </p:nvPr>
        </p:nvSpPr>
        <p:spPr/>
        <p:txBody>
          <a:bodyPr/>
          <a:lstStyle/>
          <a:p>
            <a:pPr marL="514350" indent="-285750">
              <a:buFont typeface="Arial" panose="020B0604020202020204" pitchFamily="34" charset="0"/>
              <a:buChar char="•"/>
            </a:pPr>
            <a:r>
              <a:rPr lang="en-US" dirty="0"/>
              <a:t>Linear Regression achieved the highest R² Score of </a:t>
            </a:r>
            <a:r>
              <a:rPr lang="en-US" b="1" dirty="0"/>
              <a:t>0.982468</a:t>
            </a:r>
            <a:r>
              <a:rPr lang="en-US" dirty="0"/>
              <a:t>, indicating strong predictive performance.</a:t>
            </a:r>
          </a:p>
          <a:p>
            <a:pPr marL="514350" indent="-285750">
              <a:buFont typeface="Arial" panose="020B0604020202020204" pitchFamily="34" charset="0"/>
              <a:buChar char="•"/>
            </a:pPr>
            <a:endParaRPr lang="en-US" dirty="0"/>
          </a:p>
          <a:p>
            <a:pPr marL="514350" indent="-285750">
              <a:buFont typeface="Arial" panose="020B0604020202020204" pitchFamily="34" charset="0"/>
              <a:buChar char="•"/>
            </a:pPr>
            <a:r>
              <a:rPr lang="en-US" dirty="0"/>
              <a:t>Random Forest also performed well but had slightly lower R² compared to Linear Regression.</a:t>
            </a:r>
          </a:p>
          <a:p>
            <a:pPr marL="514350" indent="-285750">
              <a:buFont typeface="Arial" panose="020B0604020202020204" pitchFamily="34" charset="0"/>
              <a:buChar char="•"/>
            </a:pPr>
            <a:endParaRPr lang="en-US" dirty="0"/>
          </a:p>
          <a:p>
            <a:pPr marL="514350" indent="-285750">
              <a:buFont typeface="Arial" panose="020B0604020202020204" pitchFamily="34" charset="0"/>
              <a:buChar char="•"/>
            </a:pPr>
            <a:r>
              <a:rPr lang="en-US" dirty="0"/>
              <a:t>Past returns (3-Year and 5-Year) showed strong influence on predicting 1-Year Return.</a:t>
            </a:r>
          </a:p>
          <a:p>
            <a:pPr marL="514350" indent="-285750">
              <a:buFont typeface="Arial" panose="020B0604020202020204" pitchFamily="34" charset="0"/>
              <a:buChar char="•"/>
            </a:pPr>
            <a:endParaRPr lang="en-US" dirty="0"/>
          </a:p>
          <a:p>
            <a:pPr marL="514350" indent="-285750">
              <a:buFont typeface="Arial" panose="020B0604020202020204" pitchFamily="34" charset="0"/>
              <a:buChar char="•"/>
            </a:pPr>
            <a:r>
              <a:rPr lang="en-US" dirty="0"/>
              <a:t>Error metrics (MAE and RMSE) indicate that the model predictions are close to actual values.</a:t>
            </a:r>
          </a:p>
          <a:p>
            <a:endParaRPr lang="en-US" dirty="0"/>
          </a:p>
        </p:txBody>
      </p:sp>
    </p:spTree>
    <p:extLst>
      <p:ext uri="{BB962C8B-B14F-4D97-AF65-F5344CB8AC3E}">
        <p14:creationId xmlns:p14="http://schemas.microsoft.com/office/powerpoint/2010/main" val="6498221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B8F2D0-4252-21CE-A4A0-8C7D5699625E}"/>
              </a:ext>
            </a:extLst>
          </p:cNvPr>
          <p:cNvSpPr>
            <a:spLocks noGrp="1"/>
          </p:cNvSpPr>
          <p:nvPr>
            <p:ph type="title"/>
          </p:nvPr>
        </p:nvSpPr>
        <p:spPr>
          <a:xfrm>
            <a:off x="507960" y="457200"/>
            <a:ext cx="8178480" cy="499500"/>
          </a:xfrm>
        </p:spPr>
        <p:txBody>
          <a:bodyPr/>
          <a:lstStyle/>
          <a:p>
            <a:pPr algn="ctr"/>
            <a:r>
              <a:rPr lang="en-US" sz="2000" b="1" dirty="0"/>
              <a:t>Conclusion</a:t>
            </a:r>
          </a:p>
        </p:txBody>
      </p:sp>
      <p:sp>
        <p:nvSpPr>
          <p:cNvPr id="3" name="Text Placeholder 2">
            <a:extLst>
              <a:ext uri="{FF2B5EF4-FFF2-40B4-BE49-F238E27FC236}">
                <a16:creationId xmlns:a16="http://schemas.microsoft.com/office/drawing/2014/main" id="{6E2F4A90-BC8B-403B-0409-847A2EF9A009}"/>
              </a:ext>
            </a:extLst>
          </p:cNvPr>
          <p:cNvSpPr>
            <a:spLocks noGrp="1"/>
          </p:cNvSpPr>
          <p:nvPr>
            <p:ph type="body" idx="1"/>
          </p:nvPr>
        </p:nvSpPr>
        <p:spPr/>
        <p:txBody>
          <a:bodyPr/>
          <a:lstStyle/>
          <a:p>
            <a:pPr marL="514350" indent="-285750">
              <a:buFont typeface="Arial" panose="020B0604020202020204" pitchFamily="34" charset="0"/>
              <a:buChar char="•"/>
            </a:pPr>
            <a:r>
              <a:rPr lang="en-US" dirty="0"/>
              <a:t>Machine Learning techniques can effectively estimate mutual fund returns using historical data.</a:t>
            </a:r>
          </a:p>
          <a:p>
            <a:pPr marL="228600" indent="0"/>
            <a:endParaRPr lang="en-US" dirty="0"/>
          </a:p>
          <a:p>
            <a:pPr marL="514350" indent="-285750">
              <a:buFont typeface="Arial" panose="020B0604020202020204" pitchFamily="34" charset="0"/>
              <a:buChar char="•"/>
            </a:pPr>
            <a:r>
              <a:rPr lang="en-US" dirty="0"/>
              <a:t>Among the implemented models, </a:t>
            </a:r>
            <a:r>
              <a:rPr lang="en-US" b="1" dirty="0"/>
              <a:t>Linear Regression showed slightly better performance</a:t>
            </a:r>
            <a:r>
              <a:rPr lang="en-US" dirty="0"/>
              <a:t> in this study.</a:t>
            </a:r>
          </a:p>
          <a:p>
            <a:pPr marL="228600" indent="0"/>
            <a:endParaRPr lang="en-US" dirty="0"/>
          </a:p>
          <a:p>
            <a:pPr marL="514350" indent="-285750">
              <a:buFont typeface="Arial" panose="020B0604020202020204" pitchFamily="34" charset="0"/>
              <a:buChar char="•"/>
            </a:pPr>
            <a:r>
              <a:rPr lang="en-US" dirty="0"/>
              <a:t>The developed model supports data-driven investment decision-making.</a:t>
            </a:r>
          </a:p>
          <a:p>
            <a:pPr marL="228600" indent="0"/>
            <a:endParaRPr lang="en-US" dirty="0"/>
          </a:p>
          <a:p>
            <a:pPr marL="514350" indent="-285750">
              <a:buFont typeface="Arial" panose="020B0604020202020204" pitchFamily="34" charset="0"/>
              <a:buChar char="•"/>
            </a:pPr>
            <a:r>
              <a:rPr lang="en-US" dirty="0"/>
              <a:t>However, due to market volatility and uncertainty, predictions cannot guarantee future performance.</a:t>
            </a:r>
          </a:p>
          <a:p>
            <a:endParaRPr lang="en-US" dirty="0"/>
          </a:p>
        </p:txBody>
      </p:sp>
    </p:spTree>
    <p:extLst>
      <p:ext uri="{BB962C8B-B14F-4D97-AF65-F5344CB8AC3E}">
        <p14:creationId xmlns:p14="http://schemas.microsoft.com/office/powerpoint/2010/main" val="696247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54105-FA77-624F-2316-5B958B5F5800}"/>
              </a:ext>
            </a:extLst>
          </p:cNvPr>
          <p:cNvSpPr>
            <a:spLocks noGrp="1"/>
          </p:cNvSpPr>
          <p:nvPr>
            <p:ph type="title"/>
          </p:nvPr>
        </p:nvSpPr>
        <p:spPr>
          <a:xfrm>
            <a:off x="507960" y="457200"/>
            <a:ext cx="8229240" cy="426203"/>
          </a:xfrm>
        </p:spPr>
        <p:txBody>
          <a:bodyPr/>
          <a:lstStyle/>
          <a:p>
            <a:pPr algn="ctr"/>
            <a:r>
              <a:rPr lang="en-US" sz="2000" b="1" dirty="0"/>
              <a:t>Future Scope</a:t>
            </a:r>
          </a:p>
        </p:txBody>
      </p:sp>
      <p:sp>
        <p:nvSpPr>
          <p:cNvPr id="3" name="Text Placeholder 2">
            <a:extLst>
              <a:ext uri="{FF2B5EF4-FFF2-40B4-BE49-F238E27FC236}">
                <a16:creationId xmlns:a16="http://schemas.microsoft.com/office/drawing/2014/main" id="{2A35229D-E21D-2BEA-8713-CF5A17DD8155}"/>
              </a:ext>
            </a:extLst>
          </p:cNvPr>
          <p:cNvSpPr>
            <a:spLocks noGrp="1"/>
          </p:cNvSpPr>
          <p:nvPr>
            <p:ph type="body" idx="1"/>
          </p:nvPr>
        </p:nvSpPr>
        <p:spPr>
          <a:xfrm>
            <a:off x="457200" y="1203480"/>
            <a:ext cx="8229240" cy="3298778"/>
          </a:xfrm>
        </p:spPr>
        <p:txBody>
          <a:bodyPr/>
          <a:lstStyle/>
          <a:p>
            <a:pPr marL="514350" indent="-285750">
              <a:buFont typeface="Arial" panose="020B0604020202020204" pitchFamily="34" charset="0"/>
              <a:buChar char="•"/>
            </a:pPr>
            <a:r>
              <a:rPr lang="en-US" dirty="0"/>
              <a:t>Integrate real-time financial data using APIs for live prediction.</a:t>
            </a:r>
          </a:p>
          <a:p>
            <a:pPr marL="228600" indent="0"/>
            <a:endParaRPr lang="en-US" dirty="0"/>
          </a:p>
          <a:p>
            <a:pPr marL="514350" indent="-285750">
              <a:buFont typeface="Arial" panose="020B0604020202020204" pitchFamily="34" charset="0"/>
              <a:buChar char="•"/>
            </a:pPr>
            <a:r>
              <a:rPr lang="en-US" dirty="0"/>
              <a:t>Apply advanced Time-Series models such as LSTM for better temporal analysis.</a:t>
            </a:r>
          </a:p>
          <a:p>
            <a:pPr marL="228600" indent="0"/>
            <a:endParaRPr lang="en-US" dirty="0"/>
          </a:p>
          <a:p>
            <a:pPr marL="514350" indent="-285750">
              <a:buFont typeface="Arial" panose="020B0604020202020204" pitchFamily="34" charset="0"/>
              <a:buChar char="•"/>
            </a:pPr>
            <a:r>
              <a:rPr lang="en-US" dirty="0"/>
              <a:t>Implement portfolio optimization techniques for risk-adjusted returns.</a:t>
            </a:r>
          </a:p>
          <a:p>
            <a:pPr marL="228600" indent="0"/>
            <a:endParaRPr lang="en-US" dirty="0"/>
          </a:p>
          <a:p>
            <a:pPr marL="514350" indent="-285750">
              <a:buFont typeface="Arial" panose="020B0604020202020204" pitchFamily="34" charset="0"/>
              <a:buChar char="•"/>
            </a:pPr>
            <a:r>
              <a:rPr lang="en-US" dirty="0"/>
              <a:t>Deploy the model using Streamlit or Flask as a web application.</a:t>
            </a:r>
          </a:p>
          <a:p>
            <a:pPr marL="228600" indent="0"/>
            <a:endParaRPr lang="en-US" dirty="0"/>
          </a:p>
          <a:p>
            <a:pPr marL="514350" indent="-285750">
              <a:buFont typeface="Arial" panose="020B0604020202020204" pitchFamily="34" charset="0"/>
              <a:buChar char="•"/>
            </a:pPr>
            <a:r>
              <a:rPr lang="en-US" dirty="0"/>
              <a:t>Use cloud platforms for scalable and real-time deployment.</a:t>
            </a:r>
          </a:p>
          <a:p>
            <a:pPr marL="228600" indent="0"/>
            <a:endParaRPr lang="en-US" dirty="0"/>
          </a:p>
          <a:p>
            <a:endParaRPr lang="en-US" dirty="0"/>
          </a:p>
        </p:txBody>
      </p:sp>
    </p:spTree>
    <p:extLst>
      <p:ext uri="{BB962C8B-B14F-4D97-AF65-F5344CB8AC3E}">
        <p14:creationId xmlns:p14="http://schemas.microsoft.com/office/powerpoint/2010/main" val="33092270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54"/>
          <p:cNvSpPr/>
          <p:nvPr/>
        </p:nvSpPr>
        <p:spPr>
          <a:xfrm>
            <a:off x="1591920" y="2156400"/>
            <a:ext cx="4880520" cy="821520"/>
          </a:xfrm>
          <a:prstGeom prst="rect">
            <a:avLst/>
          </a:prstGeom>
          <a:noFill/>
          <a:ln>
            <a:noFill/>
          </a:ln>
        </p:spPr>
        <p:txBody>
          <a:bodyPr spcFirstLastPara="1" wrap="square" lIns="90000" tIns="45000" rIns="90000" bIns="45000" anchor="t" anchorCtr="0">
            <a:noAutofit/>
          </a:bodyPr>
          <a:lstStyle/>
          <a:p>
            <a:pPr marL="0" marR="0" lvl="0" indent="0" algn="l" rtl="0">
              <a:spcBef>
                <a:spcPts val="0"/>
              </a:spcBef>
              <a:spcAft>
                <a:spcPts val="0"/>
              </a:spcAft>
              <a:buNone/>
            </a:pPr>
            <a:r>
              <a:rPr lang="en-US" sz="4800" b="0" i="1" strike="noStrike">
                <a:solidFill>
                  <a:srgbClr val="000000"/>
                </a:solidFill>
                <a:latin typeface="Arial Black"/>
                <a:ea typeface="Arial Black"/>
                <a:cs typeface="Arial Black"/>
                <a:sym typeface="Arial Black"/>
              </a:rPr>
              <a:t>THANK YOU</a:t>
            </a:r>
            <a:endParaRPr sz="4800" b="0" strike="noStrike">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973</Words>
  <Application>Microsoft Office PowerPoint</Application>
  <PresentationFormat>On-screen Show (16:9)</PresentationFormat>
  <Paragraphs>143</Paragraphs>
  <Slides>16</Slides>
  <Notes>10</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16</vt:i4>
      </vt:variant>
    </vt:vector>
  </HeadingPairs>
  <TitlesOfParts>
    <vt:vector size="24" baseType="lpstr">
      <vt:lpstr>Times New Roman</vt:lpstr>
      <vt:lpstr>Wingdings</vt:lpstr>
      <vt:lpstr>Arial</vt:lpstr>
      <vt:lpstr>Arial Black</vt:lpstr>
      <vt:lpstr>Trebuchet MS</vt:lpstr>
      <vt:lpstr>Office Theme</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Dataset Description </vt:lpstr>
      <vt:lpstr>PowerPoint Presentation</vt:lpstr>
      <vt:lpstr>PowerPoint Presentation</vt:lpstr>
      <vt:lpstr>Machine Learning Models Used</vt:lpstr>
      <vt:lpstr>Model Evaluation</vt:lpstr>
      <vt:lpstr>Results</vt:lpstr>
      <vt:lpstr>Conclusion</vt:lpstr>
      <vt:lpstr>Future Scope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Shabaz Pasha</dc:creator>
  <cp:lastModifiedBy>Shabaz Pasha</cp:lastModifiedBy>
  <cp:revision>2</cp:revision>
  <dcterms:modified xsi:type="dcterms:W3CDTF">2026-02-28T16:47:00Z</dcterms:modified>
</cp:coreProperties>
</file>